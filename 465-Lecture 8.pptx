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5" r:id="rId1"/>
    <p:sldMasterId id="2147483661" r:id="rId2"/>
    <p:sldMasterId id="2147483648" r:id="rId3"/>
  </p:sldMasterIdLst>
  <p:sldIdLst>
    <p:sldId id="256" r:id="rId4"/>
    <p:sldId id="266" r:id="rId5"/>
    <p:sldId id="267" r:id="rId6"/>
    <p:sldId id="318" r:id="rId7"/>
    <p:sldId id="268" r:id="rId8"/>
    <p:sldId id="269" r:id="rId9"/>
    <p:sldId id="319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321" r:id="rId22"/>
    <p:sldId id="283" r:id="rId23"/>
    <p:sldId id="284" r:id="rId24"/>
    <p:sldId id="285" r:id="rId25"/>
    <p:sldId id="286" r:id="rId26"/>
    <p:sldId id="287" r:id="rId27"/>
    <p:sldId id="316" r:id="rId28"/>
    <p:sldId id="288" r:id="rId29"/>
    <p:sldId id="289" r:id="rId30"/>
    <p:sldId id="290" r:id="rId31"/>
    <p:sldId id="294" r:id="rId32"/>
    <p:sldId id="291" r:id="rId33"/>
    <p:sldId id="295" r:id="rId34"/>
    <p:sldId id="296" r:id="rId35"/>
    <p:sldId id="303" r:id="rId36"/>
    <p:sldId id="304" r:id="rId37"/>
    <p:sldId id="305" r:id="rId38"/>
    <p:sldId id="380" r:id="rId39"/>
    <p:sldId id="323" r:id="rId40"/>
    <p:sldId id="376" r:id="rId41"/>
    <p:sldId id="377" r:id="rId42"/>
    <p:sldId id="378" r:id="rId43"/>
    <p:sldId id="381" r:id="rId44"/>
    <p:sldId id="379" r:id="rId45"/>
    <p:sldId id="382" r:id="rId46"/>
    <p:sldId id="306" r:id="rId47"/>
    <p:sldId id="307" r:id="rId48"/>
    <p:sldId id="322" r:id="rId49"/>
    <p:sldId id="308" r:id="rId50"/>
    <p:sldId id="309" r:id="rId51"/>
    <p:sldId id="310" r:id="rId52"/>
    <p:sldId id="311" r:id="rId53"/>
    <p:sldId id="312" r:id="rId54"/>
    <p:sldId id="313" r:id="rId55"/>
    <p:sldId id="314" r:id="rId5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1:29.35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544 480 8338,'12'-4'-255,"2"-2"0,1 1-372,1-1 0,6 2-47,-1 4 674,7 0 0,4 6 0,5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2:04.107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1147 592 8339,'-24'-11'0,"-1"2"-55,0 1 0,5 5 99,-1-1 0,2 2 186,-2 2 0,-3 6-40,-1 2 0,0 3 130,-3 1 1,0 5 11,0-1 1,0 10 7,-5-1 1,2 8-79,-2 0 1,4 8-163,8 4 1,4 3 164,4 1 0,8-5-338,5-3 0,11-2 128,9-2 1,6-10-70,7-2 1,-4-9-2,8 1 0,-3-9-132,3-4 1,0-4 191,0-4 0,-4-8-11,0-9 0,-1-5-40,1-7 0,4-3 55,0-13 1,0 1-136,4-9 1,-4-5 98,-4-4 1,-5-1-328,-7 1 1,-9 3-13,-8-3 0,-16 9 4,-13 3 1,-8 10-460,-16 7 1,7 9 2,-8 11 778,9 6 0,-1 11 0,5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2:18.474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50 124 8525,'-13'-5'-483,"7"3"0,-5-9 876,2 3 70,4 3 249,-1-6-429,6 4 0,0-1-61,0-1 1,6 7-258,2-2 0,10-2 95,7 2 1,12 0-76,12 4 1,14-4 48,15 0 1,14-2-559,-39 4 0,1 0 257,3 2 0,1-1 1,3-4-1,1-1 1,3 2-1,1 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6:31.070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519 370 8250,'1'-7'-1852,"2"2"1610,1-1 1,4 4 251,-4-7 431,1 1 1,-5-4-117,0 0 1,0-1 108,0 1 1,-2 0-51,-2-1 0,1 1-149,-5 0 0,4-1-6,-4 1 0,0 0-26,-5-1 0,4 6-355,-4 3 0,4-1 161,-8 1 0,2 0-259,-1 4 0,2 1 126,-2 3 1,2 3-460,2 5 1,1 2 64,2 2 518,4-2 0,5 15 0,0-3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6:39.408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457 752 7720,'-13'7'-1561,"1"-3"1561,0 2 0,-1-4 0,1 2 0,0-3 0,-1-1 0,5 2 0,0 2 0,0-3 0,-10 5 0,-1-6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7:05.538"/>
    </inkml:context>
    <inkml:brush xml:id="br0">
      <inkml:brushProperty name="width" value="0.05714" units="cm"/>
      <inkml:brushProperty name="height" value="0.05714" units="cm"/>
      <inkml:brushProperty name="color" value="#008C3A"/>
    </inkml:brush>
  </inkml:definitions>
  <inkml:trace contextRef="#ctx0" brushRef="#br0">210 161 11282,'-48'-1'-65,"3"-3"0,5-4-193,6-3 430,9 4 1028,13 1-1172,6 6 1,16-1 217,2-3 1,13 1 176,0-5 1,13 4-90,3-4 0,13 3-576,7-3 1,2 4 137,7-4 1,6 5-160,6-1 0,6-1-21,6 0 1,-44 4-1,0 0 351,5 2 1,1 2-1,1 0 1,0 2-526,-1 3 1,-1 0 0,0 1-1,0 2 163,-4 1 0,0 0 0,-1-2 0,0 0-177,2-2 1,-1 0 0,45 6 471,-9-2 0,-4-5 0,-16-3 0,-2-3 0,-5-1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7:16.280"/>
    </inkml:context>
    <inkml:brush xml:id="br0">
      <inkml:brushProperty name="width" value="0.04286" units="cm"/>
      <inkml:brushProperty name="height" value="0.04286" units="cm"/>
      <inkml:brushProperty name="color" value="#008C3A"/>
    </inkml:brush>
    <inkml:brush xml:id="br1">
      <inkml:brushProperty name="width" value="0.05714" units="cm"/>
      <inkml:brushProperty name="height" value="0.05714" units="cm"/>
      <inkml:brushProperty name="color" value="#008C3A"/>
    </inkml:brush>
  </inkml:definitions>
  <inkml:trace contextRef="#ctx0" brushRef="#br0">3615 2171 8552,'-2'-19'0,"-2"1"-105,-4 0 1,-2 5-433,2-4 983,3 9-235,5 3 0,1 5-209,3 0 0,-1 1 64,5 3 1,-1 3-152,1 5 0,3 1 103,-3-1 1,3 0-5,2 1 0,-1 3-14,0 0 0,2 1-47,3-5 0,-8-1 96,4-3 0,-4 2-45,3-6 279,1 6 1,-2-8-26,-3 7 155,-3-7-105,-5 4-188,0-12 1,-4 0-32,0-7 0,-4 1-6,4 0 0,0-1-141,4 1 1,0 0 89,0-1 1,0 5-322,0 0 203,0 5-110,5-2 0,2 5 44,5 0 0,-3 1 61,-1 3 1,-1-1 54,1 5 0,2-4-3,-6 4 1,4-4 130,-4 5 0,1-7-88,0 3 628,-4-4-401,10-1 0,-10-1 37,3-4 1,-2-1-138,-2-7 1,0-3-71,0-1 0,-4-5-92,0 2 0,-2-3-291,2-2 0,3 4-43,-4 1 0,4 3 143,1-3 1,1 6-643,4 2 0,1 1 864,7 7 0,5 0 0,1 4 0</inkml:trace>
  <inkml:trace contextRef="#ctx0" brushRef="#br0" timeOffset="164">4170 2036 8552,'-13'0'-34,"1"0"29,0 0 219,-1 0 1,5 5 193,0 3 0,5 3-456,-1 2 0,-1 3 59,1 0 1,-1 5-139,5-5 0,0 5 166,0-5 0,2 5-541,2-5 1,-3 5 96,3-5 405,3 1 0,0 1 0,5 1 0</inkml:trace>
  <inkml:trace contextRef="#ctx0" brushRef="#br0" timeOffset="3483">8228 296 8548,'-11'-20'639,"3"-1"1,-2 6-653,6-1 0,1 6-693,7 2 1,3 1 400,6-1 0,-1-2 373,0 6 0,1-4-68,-1 4 0,6-6 0,1 3 0</inkml:trace>
  <inkml:trace contextRef="#ctx0" brushRef="#br1" timeOffset="3617">8845 87 15787,'-25'-25'-1498,"7"6"1169,6 2 59,0 4 1,16 6 872,0 3-534,0 2 0,7 8 0,-4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29.10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75 395 8066,'-14'-11'0,"0"2"0,2 0-224,-3 1 0,9-4-220,-2 0 495,3-1 1,5 1 147,0-1 0,4 1-79,0 0 1,5-1 146,0 1 0,2 3-101,1-4 1,0 8 160,1-8 1,0 5-56,4 0 0,-3-3-36,2 3 1,-1 2-84,2 2 1,-2 3 17,5 1 1,-3-4-204,3 0 1,1-1 124,3 5 0,2 2-179,3 2 1,4-3 46,8 3 1,-2 3-13,2 2 1,1-3-19,-1 3 0,2-3 43,-2 3 0,-1 0 21,5-5 1,0 2-1,4-2 1,2-3-62,3 3 1,-2-2 74,5-2 1,-1 0-8,2 0 1,-2 0-3,-2 0 0,-5 0 37,0 0 0,2 0-38,-2 0 1,6 0 2,7 0 1,4 0-54,-1 0 1,1 0-7,-4 0 1,0 0 3,-1 0 1,1 0 44,0 0 0,5 0-84,3 0 0,5-4 59,-1 0 0,-3-6 91,-9 2 0,-4 1-33,-1-1 1,5 4 135,4-5 1,3 7-114,-3-2 1,4 2 27,-4 2 1,-2 0-59,-6 0 1,-7 0 18,-6 0 1,1 0-61,8 0 1,2 0 59,6 0 0,-1 0-93,1 0 1,-2 0 41,-2 0 0,1 0-8,-6 0 0,6-1 23,-1-3 0,4 2 1,3-2 0,2-1 13,3 1 1,-7-1-13,-5 5 0,-6-1 7,2-3 1,0 3-5,0-3 0,1 2 54,-2 2 1,5-1-22,7-3 1,-3 2 3,0-2 1,-6 3-18,-7 1 1,1 0 5,-1 0 0,4 1-54,1 3 0,1-2 44,-2 2 1,3-3-49,6-1 0,-3 4 41,-6 0 1,-1 0-32,-10-4 1,4 0-26,-1 0 1,5 0-11,3 0 1,-1 0 34,6 0 0,-2 0-7,2 0 1,-1 0 2,-7 0 1,0 0 3,-9 0 0,2 0 28,-2 0 0,3 0-26,5 0 1,5-1-2,-1-3 0,3 3 19,2-3 1,-10 2 5,5 2 0,-10-4 43,-2 0 0,-1 0 5,1 4 1,-3 0 12,3 0 0,-1 0-53,1 0 1,-1 0-26,5 0 0,-1 0 28,1 0 1,-1 0-44,-3 0 0,-3 0 31,4 0 0,-4 0-8,-1 0 0,-4-4 22,0 0 1,5-1 5,7 5 0,-1 0 35,1 0 0,-1 0-47,2 0 1,1 0-29,-1 0 0,-4 5 33,-1-1 0,-6 0-44,-3-4 0,-3 0 29,4 0 1,0 0-7,4 0 1,0 0 25,0 0 1,6 0-1,2 0 0,1 0-28,0 0 0,0 0 13,-5 0 0,5 0-20,-5 0 0,-2 0 20,-6 0 1,2 0-26,-7 0 1,8 0 91,1 0 1,0 0 4,4 0 0,-1-4-66,1 0 0,1-1 4,4 5 1,0 0-24,-5 0 1,1 0 33,-5 0 0,2 0-58,-2 0 0,3 0 55,-7 0 0,3 0-71,1 0 1,5-1 38,3-3 1,3 3-4,2-3 0,-1 2-3,0 2 1,5-1 5,-1-3 1,-5 2 0,-7-2 0,3 3 2,1 1 1,7-2 58,2-2 0,3 3-53,-3-3 1,3 2 8,-3 2 0,2 0 55,-7 0 0,-2 0 5,-10 0 1,-1 0 18,-3 0 1,5 0 6,-5 0 0,5 0 70,-5 0 1,3 0-104,1 0 0,-2 0 19,-2 0 0,-3 0-2,-5 0 1,-6 0 22,-2 0 1,-4 0-15,0 0-226,-6 0 416,-2 0 281,-5 0-435,-5 0 0,-2-4 85,-6 0-88,1-5 1,0 6 2,-1-5 1,2 4-104,3-5 1,-3 7-26,3-2 1,1 1-294,-1-1 267,5 2 1,-6-5-596,4 3-1115,-4 3 1031,8-5 0,-4 6-2245,10 0 2947,1 0 0,12 0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33.20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12 1098 8437,'-4'-12'-352,"0"0"0,1-2 1,2-2-1,1-5 971,0-2 1,6-5-296,2-5 1,8-6-174,5-15 1,3-3 1,5-9 1,8-4-710,8-8 1,2 2 478,-2-2 0,-1 8-260,-3 5 0,-1 3 201,5 4 0,0 10-646,5 11 782,5 6 0,1 6 0,5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38.47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161 766 8458,'-7'0'-1528,"1"-6"1744,6 5 6,0-5-23,0 6 13,0 0-193,6 0 0,-3 0 74,5 0 1,0 0-166,4 0 0,-2 0 151,2 0 0,-2 0-99,6 0 1,4 0 77,0 0 0,3 4-11,2 0 1,4 1 46,0-5 0,5 1 7,-1 3 1,-2-3-5,2 3 1,0-2-38,4-2 1,-4 0-102,0 0 1,-6 0 112,2 0 1,-3 0-155,-1 0 1,-1 0 129,1 0 1,-4 0-69,-1 0 1,-1-2 45,2-2 0,2 2-1,-2-7 1,2 5-17,2-4 0,-2 1 6,-2-1 0,2 1 10,-2 3 1,2 1 1,1-5 0,0 5 4,-4-1 0,2-1-5,-5 1 1,1-1-3,-2 5 1,-2-1-29,2-3 0,-2 3 0,-2-3 1,0 2-1,1 2 20,-1 0 0,1-4-46,-1 0 1,3-2 38,-3 2 1,3 3-39,-6-3 1,2-2 26,1 2 0,-4-4 7,0 4 1,-4-4 98,5 4-44,-7-6 1,8 3-3,-6-5 1,0 4-24,-4-1-38,0 1 1,0-4 29,0-1 1,-1 1-53,-3 0 0,1-1 52,-5 1 0,1 0 49,-1-1 1,-2 1-40,6 0 1,-6-2 3,2-2 1,-1 2 63,0-3 0,-2 4-74,3 0 0,1-3 56,-1 0 0,0-1-37,-4 5 1,-1-1-43,1 1 0,-1 0 53,1-1 0,-4-3-120,-1 0 0,1-1 108,3 5 0,-3-1 0,0 1 1,-1-4-53,5-1 0,-1 1 30,1 3 1,-3 1 1,3 0 0,-7-3-3,6 2 0,-2-2-4,3 7 1,-5 1 13,1-1 1,-6 5-77,1-1 0,-2 3 27,-2 1 1,1 0-8,-1 0 1,0 0-16,1 0 0,3 0 38,1 0 0,-1 4-20,-4 0 1,5 4 11,-1-4 1,1 5 0,-5-5 1,0 5-3,1-1 0,-1-1 12,0 2 0,-1-1 13,-2 4 1,0 0 3,-5 1 1,0-1-5,-4 0 0,4 5-13,1-1 0,-1 6 2,-4-1 1,5-2 2,3 2 0,5-5 264,3 5 0,-2-1-153,2 5 0,3-5 77,2 1 1,2-1-71,2 5 1,1 0 142,3-1 0,2 1-169,6 0 1,7-1 30,6 1 1,2 0-123,9-1 0,0-4 108,8-4 0,1-2-252,4-2 0,13-1 66,7-3 1,15-2-186,10-6 1,12-7-404,5-5 0,-42 3 0,1-3-174,3-4 1,1-1 827,5 1 0,1-1 0,5-6 0,2-2 0,-1 3 0,0-1 0,0-1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39.363"/>
    </inkml:context>
    <inkml:brush xml:id="br0">
      <inkml:brushProperty name="width" value="0.06" units="cm"/>
      <inkml:brushProperty name="height" value="0.06" units="cm"/>
      <inkml:brushProperty name="color" value="#008C3A"/>
    </inkml:brush>
    <inkml:brush xml:id="br1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62 925 8439,'-1'7'-1571,"-3"-3"798,2-2 627,-3-2 385,5 0-255,0 0 210,0-6 0,0-1-110,0-5 0,1 0 198,3-1 1,-1-1-150,5-2 0,-4 2 122,5-2 0,-5-2 173,4 2 1,-5-1-84,1 5 0,-3 0 94,-1-1 1,2 5-55,2 0 1,-3 4 71,3-5-155,-2 7 0,-2-2-195,0 8 0,0 7 154,0 5 0,0 7-126,0 2 0,0 5-140,0 7 0,4-4 112,0 0 1,5 0-104,0 4 1,2 0 64,1 0 1,0-1-139,1-4 0,-1-3 116,0-8 1,-4 1-105,1-6 1,-5-5 218,4-7 120,-5-2-227,2-2 0,-6-6 2,-3-2 1,-3-7 7,-5-2 1,-1-9 5,1 2 1,-2-4 38,-2 4 1,2-7 60,-2-1 1,-2-3-326,1 2 0,1 2 65,4 2 0,-1 3-106,1-3 1,0 5 11,-1 3 1,5 5 65,0 7-361,5-2 366,-2 10 1,6 1-258,3 8 1,-1 3 71,5 2 1,0-1-350,5 0 1,-5 6-25,0 3 0,0-2-198,5 1 0,-1 1 868,0 4 0,1-1 0,-1 1 0</inkml:trace>
  <inkml:trace contextRef="#ctx0" brushRef="#br1" timeOffset="442">432 703 8605,'0'-18'-2,"-1"6"112,-3 0 0,2-1 401,-2 5 550,3 3-132,1-1-468,0 17 1,0 3-177,0 11 1,0-1-70,0 1 1,1 1 86,3 3 0,-2-2-168,2 6 1,3-4 63,1 4 0,-1-5-175,1 5 0,-1-1-117,1 1 1,3-3 110,-3-5 1,-1-1-95,1 1 0,-5-6 90,1-2 0,-1-9-239,1-4 207,-3 3 1,5-11 5,-6-1 1,0-10-14,0-5 0,0-5-15,0-4 0,0-2-155,0-6 1,-1 0 123,-4 0 1,3-4-310,-7 0 0,5 0 105,-4 4 0,4 0-143,-4 0 1,5 5 84,-1 3 1,-2 9-1140,2 3 796,0 9 0,4 5 676,0 11 0,6 6 0,1 11 0</inkml:trace>
  <inkml:trace contextRef="#ctx0" brushRef="#br0" timeOffset="709">1222 469 8337,'-2'-25'0,"-2"2"-22,-4 2 1,-3 9 182,-1 8 1,-2 4-117,-2 4 1,0 4 599,-4 9 0,-1 3-205,-3 9 1,-1 2-201,0 6 0,5 2-138,-1 2 1,1-7-215,-5 3 0,6-1-467,2 5 0,4-3 359,0 3 1,2-4-201,3-4 0,3-2 160,5-7 0,0 0 260,0-4 0,0-2 0,0-6 0</inkml:trace>
  <inkml:trace contextRef="#ctx0" brushRef="#br0" timeOffset="901">765 691 8500,'0'-21'142,"0"1"3,0 5 0,2 2 379,2 9 1,7 8-120,5 5 0,6 1-170,-1 3 0,2 3-288,2 1 0,5 5 143,3-2 0,4-1-184,4 2 0,-3-2 76,3 2 1,-4 1-542,-4-6 1,1 5 44,-5-5 1,0 1-199,-4-5 1,-6-4-431,-3 0 1142,-2-5 0,-2 3 0,1-6 0</inkml:trace>
  <inkml:trace contextRef="#ctx0" brushRef="#br1" timeOffset="1418">1505 395 9033,'-4'-13'-120,"-1"1"1,-1 0-1,-1-1 198,1 1 1,1 1 573,-3 3-217,6-3 0,-5 5 251,3-2-399,2 3 0,-3 6 14,5 3 0,0 3 1,0 5 0,5 6-258,3 3 0,-1 6 172,1 2 1,1 1-284,3-1 1,0-3-65,1 3 0,-1-3-1,0-2 1,1 1 160,-1 0 0,-1-2-31,-3-2 0,3 1-462,-3-6 0,-1 2 186,1-2 0,-1-6 136,2 2 0,0-6-146,-5 2-1636,6-5 1188,-9 2 0,6-5-340,-3 0 1087,-2-5 0,3-8 0,-5-6 0</inkml:trace>
  <inkml:trace contextRef="#ctx0" brushRef="#br1" timeOffset="1635">1789 222 9065,'0'-16'12,"0"-1"0,-1 4 474,-3 3-97,2 4 0,-3 8-36,5 2 0,0 3 139,0 5 1,4 6-134,0 2 0,4 8-106,-4 1 1,6 5-258,-2-1 1,-1 1 104,1-1 1,0 1-485,5-5 1,-1 5 246,0-1 0,1-1-692,-1 1 0,-4-6 454,1 2 1,-3 1-277,3-1 0,0-6-22,-5-7 672,0 4 0,2-7 0,1 5 0</inkml:trace>
  <inkml:trace contextRef="#ctx0" brushRef="#br0" timeOffset="1893">2418 86 8567,'0'-24'-2,"0"0"860,0 4-135,0 8-301,0 6 0,-1 16-116,-3 2 1,2 9-160,-2-1 1,-3 3 139,-1 2 0,1 4-378,-1 0 1,0 5-235,-5-1 0,1 4-319,0 4 0,1-3-21,3 3 1,-7-4 288,2-4 1,-2 2 375,3-7 0,-6 1 0,-1-4 0</inkml:trace>
  <inkml:trace contextRef="#ctx0" brushRef="#br0" timeOffset="2043">2073 247 8483,'8'-24'0,"0"4"0,2 3 528,1 4 0,2 6-5,4 3 1,-2 5-201,6 7 1,3 6-134,5 11 1,5 2-153,-1 6 0,-1 1-538,1 12 1,-2-5 380,2 4 1,1 2-792,-5 6 910,0 3 0,-5 0 0,1-1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42.59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789 284 8388,'-13'-11'-807,"1"2"1,0 2 817,-1 1 1,1-2 138,0 4 0,-1 0-16,1 4 0,-4 0-48,-1 0 0,-5 5-2,2 4 0,-4 3 23,0 4 0,-5 0-10,0 4 1,-1 2 158,1 7 1,-1-2-153,-3 6 1,-3-4 109,4 4 1,-1 5-84,-4 7 0,7 3 151,-7 2 0,2 0-118,-2 4 0,6 3 14,2 9 0,8-4-162,5 0 0,8-10 97,4-7 1,8-4-197,4 4 1,8-11 62,5-1 0,4-7-117,3-5 0,5-3 101,8-6 0,-2-5-41,2-3 0,1-4 115,-1-4 0,6-4 10,-2-9 0,-1-7-11,1-9 0,2-4-22,6-4 1,9-9-226,8-7 1,1-5 247,-1-4 0,-4 2 192,-8-6 1,-5 0-101,-8-4 0,-9 4-160,-11 0 1,-12 6 119,-9-2 1,-4-1-1,-4 1 0,-9 2-229,-12 6 1,-5 9 150,-7 8 0,-4 10-876,-1 11 1,-6 8 56,-1 12 807,0 5 0,-6 3 0,3 9 0,-6 3 0,-5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43.473"/>
    </inkml:context>
    <inkml:brush xml:id="br0">
      <inkml:brushProperty name="width" value="0.06" units="cm"/>
      <inkml:brushProperty name="height" value="0.06" units="cm"/>
      <inkml:brushProperty name="color" value="#008C3A"/>
    </inkml:brush>
    <inkml:brush xml:id="br1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136 579 8178,'-4'-19'0,"0"2"-432,1 4 0,1 0 984,2 1 1,2-4-101,2-1 0,4 1-9,9 3 1,3-3-145,9 0 1,0-1-52,8 5 0,-2-1-1,11 1 0,3 1 13,4 3 1,-5 2-240,-6 6 1,-5 7 172,-5 6 1,-7 4-321,-8 8 1,-9 1 89,-4 3 1,-14-2 25,-6 6 0,-6-1-15,-3 1 1,-5-3-39,-3-6 1,2 1 94,-2 0 1,5-2 14,0-2 0,7-5 4,5-8 0,7-1 62,5-3 21,3-2 1,13 2-74,9-8 0,9-2 129,11-2 1,-1-2-49,5 6 0,-5 0 14,1 4 0,-7 0 89,-1 0 1,-7 6-131,-1 2 0,-6 4 11,-7 5 0,-5 3 17,-3 9 0,-9 2-193,-8 6 1,-6 5 172,-10-1 0,-9 5-642,-11 0 0,-6-3-199,-7 3 0,-1-5-646,-3 4 0,3-4 1364,-2 4 0,-1-2 0,1 1 0,1-3 0,-2 0 0</inkml:trace>
  <inkml:trace contextRef="#ctx0" brushRef="#br1" timeOffset="584">1801 36 8706,'-5'-12'0,"-4"1"189,-2 3 1,-1 4 142,0 8 0,-2 8 27,-2 9 0,-4 7-103,-4 5 0,-1 4 66,0 5 0,-1 1-276,-2 7 1,-3 5 76,-2 2 0,-2-1-457,2 2 0,-3-5 273,-1 5 0,6-12-762,2 0 0,7-12 97,2-5 727,4-3 0,-7-7 1,4-1-1</inkml:trace>
  <inkml:trace contextRef="#ctx0" brushRef="#br1" timeOffset="751">962 419 8953,'0'-36'0,"2"3"565,2 4 0,-2 10-32,7 7 0,0 6-43,8 11 1,3 7-231,9 8 0,3 11-39,5 6 0,1 2 63,3 11 1,3-2-290,5 9 0,2-3-415,2 3 0,6 2-118,11 7 0,2 4-1757,-32-31 1,2 0 2286,-4-2 0,1 1 0,1 4 0,-1 1 0,-2-2 1,0-1-1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49.66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222 765 8243,'-5'-8'-496,"-3"0"1,1 5 163,-1-1 252,5-3 361,-8 5-21,10-3 236,-5 5-228,6 0 232,0 0-149,0-6-164,0 5-33,0-4 0,4 3-8,0-2 29,6 3 0,-3-6-172,5 3 0,0 2 32,1-2 1,-1 3-48,0 1 0,1-4-60,-1 0 0,0 0 134,1 4 0,-1 0-134,0 0 0,5 0 121,-1 0 1,5 0-64,-5 0 0,6 0 50,-1 0 0,2 0-7,2 0 1,-1 0 49,1 0 1,0 0-50,-1 0 1,0 0-60,-4 0 1,2 0 62,-5 0 0,3 0-116,-3 0 0,3 0 105,-3 0 1,-1 0-129,-4 0 0,1 0 91,-1 0 1,0 0-7,1 0 0,-5 0 5,0 0 1,0 0-4,5 0 1,-1 0 28,0 0 1,2 0-26,3 0 0,-2 0-36,5 0 1,-3 0 41,3 0 1,1 0-8,3 0 1,-3 0 14,0 0 1,-1 0-1,5 0 0,-2 0 12,-2 0 1,-2 0 4,-3 0 1,-2 0-13,2 0 0,-6 0-8,-2 0 1,0 1 24,5 3 0,-1-3-13,0 4 0,-3-4-11,-1-1 1,0 0-4,5 0 1,-1 0-4,0 0 1,1 0 2,-1 0 1,0 0 4,1 0 1,-5 0-7,0 0 4,0 0 1,5-1 33,-1-4 1,-4 4-32,0-3 0,-4 3 2,5 1 1,-5 0-3,4 0 1,0 0-1,5 0 1,-1-5-3,0 1 1,-2 0 4,2 4 0,-2-1 16,6-3 1,-2 2-18,-2-2 1,1-1 10,-1 1 1,0-2-12,1 2 1,-1 3 4,0-3 1,1-2 2,-1 2 0,0-4-24,1 4 1,-1-5 28,0 5 0,1-4-10,-1 4 1,0-6-13,1 2 0,-1 1 11,0-1 0,2 0-7,2-4 1,-2-1 5,3 1 1,-4 1-11,0 3 1,-2-3 48,-3 3 1,3-3 35,-4-2 1,1 1-69,0 0 1,-5 3 74,1 1 0,-3 4-33,-1-4-2,0 5-20,0-8 1,0 4-1,0-5 0,0 4 3,0-1 1,-1 5 30,-3-4-9,2 5 1,-3-8-28,5 3 1,-1 1-4,-4-1 0,4 4 10,-3-4 0,-2 4-15,2-5 0,-4 5 47,4-4-23,-6 5 0,4-6-9,-7 5 0,1-5-1,0 5 1,1-1 29,2 1 0,-6 1-32,3-5 1,-3 4 8,3-5 1,-1 5 0,1-4 1,0 1-29,-1-1 1,0-2 22,-4 6 0,3-5 3,-2 1 1,2-2-12,2 2 0,-5-2-2,1 6 1,0-4 4,3 4 1,-3-5-6,-1 5 1,1-1-80,4 1 1,-5 2 76,1-2 1,-5 1-25,5-1 0,-2 3 16,1-3 0,4-2 60,-4 2 0,-1-4-44,2 4 1,0-2 6,3 2 0,-1 3-14,-2-3 0,2-2 4,-2 2 0,-2 0-5,2 4 1,-6 0 9,1 0 1,2 0-77,-2 0 0,1 0 67,-5 0 0,-1 0-67,-3 0 0,3 0 39,-2 0 1,1 0 0,3 0 0,-2 0 3,-3 0 0,4 2 0,1 2 1,-1-3 19,4 3 1,-2-1-19,-2 1 0,1-3 65,-1 3 1,5-1-56,-1 1 1,5-2-26,-5 2 1,2 1 9,-2-1 0,2 2-2,3-2 0,1-3 34,-6 3 1,5-2-23,-5-2 0,5 1 41,-5 3 0,5-2-40,-5 2 1,4 1 3,-3-1 1,1 2 1,-2-2 1,-1-1 11,6 5 1,-5-4-8,5 4 1,-5-1 41,5 1 1,-1 2-39,5-6 1,0 4 24,-1-4 173,1 6 0,0-3-119,-1 5 1,5-4 1,0 1 0,1-1-18,-1 4 1,-2 1-50,6-1-8,-5 0 1,2 5 2,-6-1 0,5 1-17,0-5 0,1 0 33,-1 1 0,-2 3 51,6 0 1,-4 2-59,4-1 0,-4-2 26,3 5 0,1-3-13,4 3 0,2 1 83,2 4 1,0-1-87,8 1 0,-2-5 11,6 1 1,3-2-108,2 2 0,6 1 104,2-6 0,1 1-82,-1-5 1,3 0 62,5 1 1,1-5-30,3 0 0,3-5-2,5 1 0,5-3-133,-1-1 0,5-5-182,-5-3 1,6-5-444,-1-3 0,12-2-2227,4-3 2674,8-2 0,10-2 1,-42 10-1,0-1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51.31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346 420 8243,'0'-8'-441,"0"0"1,0-2 0,0-1 902,0-1-90,5 0 1,1-1-124,2 1 1,3 5-34,-3 3 1,4 1-67,5-1 1,-4 3-1,4-3 0,-5 4-113,-4 4 0,2 3 93,-6 5 0,4 2-179,-3 2 1,-3 2 111,-6 2 0,-3 4-175,-5-4 0,-6 4 116,-2 0 0,-4 0-155,0-4 1,-1 2 23,0-5 0,-5 3 9,-3-3 1,-1-1-97,1-4 1,-1-1 99,5-2 1,-4-4 155,4-5 0,2-1-106,6-3 1,5-5 279,8-7 0,2-5-82,6-7 0,2 0 162,2-5 1,3 0-16,5-4 1,7 0 34,6 0 1,1 2-152,7 2 0,1-1 12,7 5 1,3 1-87,5 8 1,1 3 64,-1 9 1,0 3-51,1 5 1,-6 11 27,-3 5 0,-13 11-66,-3 6 0,-13 3 61,1 1 1,-9 4-157,0 0 1,-3 2 6,-1-2 1,-5-3 124,-3 3 0,-7-2-299,-2-2 1,-5 0 75,2 0 1,-4-6-324,0-2 0,-5 1 164,0-1 0,4-4-339,5-5 1,5-6 39,-2-2 0,4-1-772,0-7 854,6 0 0,2-6 494,5-7 0,5-4 0,2-12 0</inkml:trace>
  <inkml:trace contextRef="#ctx0" brushRef="#br0" timeOffset="367">1209 137 8233,'0'-18'0,"1"-1"26,4-1 0,-4 3 243,3 4 1,-3 1-4,-1 0 1,-1 5 114,-3 3 0,1-2-71,-5 2 0,0 0 4,-5 4 0,5 0-63,0 0 0,-4 7 2,-5 5 1,-1 2 13,2 6 0,1 5-99,-6 4 1,6 5-115,-1-1 0,2 8 63,2 4 1,5-2-279,3-2 1,2-3 107,2-1 1,7 0-246,6 0 0,6-5 141,10-3 0,1-7-41,3-2 0,2-10 125,-2-2 0,1-5-31,-1-3 1,-3-3 181,-5-5 0,-4-5-141,-1-7 1,-10-4 221,-2 4 1,-5 1-109,-3-2 1,-7 6-205,-5-1 0,-8 3 114,-8 5 0,-9 3-200,-9 5 0,-8 6-199,-8 7 0,-5 7-259,-7 13 0,0 2 370,0 10 0,5 0 0,2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52.65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50 420 7843,'-6'-7'-386,"-1"-4"755,0 9-181,-4-3 0,9 5 94,-7 0 235,7 0-211,-4 0-240,6 0 266,0 0-334,6 0 0,2-1 7,8-4 0,10 3-105,11-7 1,7 0 40,10-8 0,-2 2 59,5-5 1,1-1-194,4-3 0,-2 0 35,-3 4 1,-3 1-66,-9 2 0,-7 3 85,-5-2 0,-11 8-73,-1 4 1,-12 1-223,-4-1 135,-4 2 0,-7-3 298,-2 5 0,-14 5 0,-4 2 0</inkml:trace>
  <inkml:trace contextRef="#ctx0" brushRef="#br0" timeOffset="225">432 99 8416,'-17'-17'0,"0"1"-6,-3 1 1,5 5 227,-1 2 1,5 4 205,-1-4 986,8 0-349,-13 1-577,16 1 1,1 13-28,8 5 1,4 6-115,5 7 0,2 1-121,6 3 0,-1 2 39,1 6 0,0-1-257,-1-3 1,1 4 109,0 0 0,-1 0-697,1 4 1,-5 3-148,1 1 0,-6 4-459,2 5 0,-4-8-1362,0 4 2547,-7-9 0,5 7 0,-4-4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5:57.48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433 246 8219,'4'-17'-52,"1"2"0,1 3 1,1 2-117,-1 0 1,3 5 529,3 1-182,-5 3 0,-2 2 15,-5 3 0,0 7-1,0 5 0,-1 5-23,-3-5 1,-7 6-158,-6-1 0,-5 1 85,2-2 0,1 4-168,-2-4 1,-1-2-11,-7-1 1,2-4-40,-6 0 0,4-2 86,-3-3 1,-1-3 54,-4-5 0,5-1-6,3-3 0,5-3-15,3-5 0,5-6 140,7-3 1,4-1-120,5 2 0,11-6 163,5 5 1,12-5-5,5 6 0,4 2-40,4 1 1,-1 5-43,5 4 1,-4 2-2,4 6 1,-5 0-18,1 0 0,-7 11 23,-1 6 0,-5 5-34,0 2 0,-7 6 22,-5 3 1,-7-1-73,-5 1 0,-3-5 8,-1 5 0,0-1-112,0 1 1,-10-3-261,-2-5 0,-8 1 165,-1 2 1,-2-2-106,-2 3 1,4-7 70,1-1 1,-1-1-351,-3 5 1,3-2 144,1-2 0,9-3-221,-2-6 0,5 0 638,0 1 0,2-7 0,6 0 0</inkml:trace>
  <inkml:trace contextRef="#ctx0" brushRef="#br0" timeOffset="309">1074 98 8243,'0'-21'0,"0"2"0,0 1 683,0 3-302,0 1 0,-5 7 178,-4 3 0,3 8-66,-3 5 0,-3 8-242,-5 8 0,-4 8 37,0 12 0,-2 0-6,-2 9 1,0 5-246,1-2 0,0 1 85,4-9 1,3 1-32,9-1 0,3-1-218,5-3 1,7-4-258,5-8 0,6-8 103,6-9 0,2-8 88,3-3 0,-3-10 86,3-3 1,-3-10 36,-1-6 0,-2-1-41,-2-4 0,-4 3 46,-4 2 0,-6-1 35,-3 0 0,-8 6-223,-5 3 0,-13 7-672,-6 5 925,-18 8 0,-10 14 0,-12 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00.61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5231 309 8273,'-14'-26'-194,"-1"0"0,-1 0 1,0 4-1,1 1 234,-1 2 0,1 3-69,-6-5 1,5 6 115,-5-1 1,5 2-165,-5 2 0,-3-1 89,-5 1 0,-5 1-58,1 3 1,-4-2 92,-4 6 1,-3-1-124,-6 0 1,1 4 112,0-3 1,-1 3-16,1 1 0,-3 0 155,-6 0 1,1 0-98,-9 0 0,-1 0 147,1 0 1,-2 0-102,6 0 1,3 0-54,10 0 0,-1 1 33,1 3 1,0-1-84,-1 5 0,-5 0 25,-2 5 1,-3-4-5,-2 4 0,2-4-106,2 8 0,3 0 112,6 0 1,-1 1-133,1-2 1,-4 2 106,-1 2 0,-1-2 7,2-5 1,2-1-9,-2 0 1,3 5-6,5-1 1,3 2 1,5-2 1,-4 2 2,0 3 1,-7 2-27,-2-2 1,-1 2 1,-6 2 1,1-5 4,-2 1 0,-1-1 13,6 5 0,5-2-3,7-2 0,2 2-19,2-2 1,-4 3 0,0 5 1,-6-1 6,2 4 0,-8 1 0,-5 4 0,-1 0 20,2 0 0,2 0-15,6 0 1,-1 0 35,1 0 1,-9 5-36,1-1 0,-12 1-193,3-1 0,-1-1 201,-3 5 0,7 5-33,2 3 0,5 0 31,6-3 1,-1-5 0,-2 0 1,-2-5-63,-2 1 0,2-2 64,5-2 1,5-5 94,0 1 0,11 0-91,1 4 0,5-3 62,4 3 0,3-1-44,1 9 0,0-5 272,0 1 0,-3 2-302,2-2 1,2 1 77,-2-1 0,6-2-97,-1 2 1,2-1 47,2 1 0,-1-2-102,1 7 1,5-5 77,3 4 0,3-1-43,1 1 1,0 3 39,0-3 0,5-1 0,3 1 1,8-3 4,0 3 0,7-4 5,2 4 1,0 0 27,3 5 1,0-4-35,1 4 0,3-7 27,10 11 0,1-12-22,7 4 1,2-8-96,5-5 1,4 3 47,13-4 0,-8-1-157,3-3 1,-8-2 168,-4-1 0,-2-4-5,7-1 0,-2-5 9,10 2 0,5-8-4,8 0 0,-3-5 8,3 4 1,-7-5-11,3 1 1,-1 1-166,4-1 1,3 0 178,14-4 0,-14-5-100,1-3 1,-1-3 57,1-2 0,-37 5 0,1 0 4,5 0 1,1 0 0,-6-3 0,0 1 39,-1 2 1,1 0 0,46-13-27,-2 5 1,-43 5 0,0 1 50,0 2 1,0 0-1,0-3 1,0 1-57,43-6 1,-5-6 44,-2 1 0,6-4-23,-42 11 1,1 0 0,-3 0-1,-1 0 99,43-19 1,-4 0-37,0-4 0,3-1-12,0-3 0,-44 20 1,0-1 36,0 0 0,-1-1 0,41-25-44,0 3 0,-3-2-26,-5 2 0,0-3-318,8 3 1,-3-9 301,-40 26 0,0-1 1,-3-3-1,-2-2-23,28-36 0,-5-6-146,-7-3 1,-2 1 158,6 4 1,-2-4-22,1 0 1,-7-7 187,-9-1 0,-10-5-110,-6-3 1,-7-1 221,-10 9 1,-3-3-73,-5 6 0,-5-6 83,-3-1 1,-9-2-269,-3 10 1,-10 0 131,-7 12 0,-7-7-40,-10-1 1,25 37-1,-2 0-127,-1 1 0,-2 1 1,-32-32 90,5 10 1,-1 6-137,0 9 1,-5 7-273,-3 10 1,-8 3 170,-4 14 0,2-2-720,2 10 1,6 11 78,6 9 816,0 11 0,11 6 0,-2 8 0,2 3 0</inkml:trace>
  <inkml:trace contextRef="#ctx0" brushRef="#br0" timeOffset="2259">5564 2110 7783,'-13'-4'-1090,"1"0"946,5-6 97,-4 9 1035,10-5-586,-5 1 0,12 3-201,2-2 1,4-1-117,5 1 0,2-6 34,6 2 1,4-3-181,-1-1 1,7-2 121,-3-3 0,4 4-293,1-4 1,6 4 88,2 0 1,1 1-247,0 0 0,-4-1 35,-5 1 1,-7 5-381,-5 3 734,-6 3 0,-6-5 0,-1-1 0</inkml:trace>
  <inkml:trace contextRef="#ctx0" brushRef="#br0" timeOffset="2409">5909 1826 7959,'-12'-5'0,"-1"-4"-393,1-1 0,5 1 1179,3 1-129,3 5-372,1-2 0,0 6-113,0 3 1,1 7 174,3 6 1,2 6-182,2 2 1,4 5-211,1 7 0,0 1-682,8 3 1,-1 3 235,5 6 490,5 4 0,-4 8 0,5 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04.54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86 111 7554,'-12'-12'-1215,"4"5"1393,0 3-22,5-3 35,-8 6 68,4-10-114,0 10 152,-4-5-142,10 6 106,-10 0-82,10 0-214,-5 0 103,6 0-26,0 0-18,6 0 0,-4 0 34,6 0 0,5 0-100,3 0 0,6 0 71,-1 0 0,3 0-25,5 0 0,8-4 24,8 0 0,3-4-55,2 4 1,5-5 32,2 5 0,2-4-4,-1 4 1,-9-4-26,-8 4 0,-9-1 35,-8 5 1,-5 0-22,-6 0 12,-6 0 1,-7 0-14,-9 0 0,-7 0 13,-5 0 0,-3 5-1,-5-1 0,-3 5-7,-5 0 1,-5-3-1,-3 3 0,-3-3 82,-2 3 1,5 2-73,0-3 0,4-1 92,-4 1 1,9-1-82,-1 1 0,12 3 133,1-3 0,7-2 23,1-2-23,8 3-127,2-6 0,12 4-105,2-5 0,8 0-3,5 0 1,2 0 65,2 0 1,5-4-75,3 0 0,4-5 91,4 0 1,3 3-30,5-3 1,5 1-5,-1-4 0,-1 1 65,-7 3 1,-2-3-20,-6 2 0,-3 3 34,-5-3 82,-11 7 0,-14-4-118,-8 6 0,-9 0 33,-7 0 0,-9 4-21,-4 0 1,-3 5 43,-1-5 0,-4 5-33,0 0 1,-4-3 127,4 3 1,0-5-12,4 4 1,1-4 86,3 4 1,9-5-269,7 1 0,3-3 213,2-1-735,5 6 1,14-5 106,14 3 448,13-2 0,21-8 0,8-1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09.730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99 222 8047,'-9'-12'152,"-4"0"0,-1 1 0,1 1 0,0 3 1205,1 2-718,0 1-133,5 4-383,1-6 1,9 5-135,5-3 1,6 1 14,11-1 0,6 1 169,6-5 1,10 0-279,6-5 1,10 1 12,-1 0 0,-2-1-76,-2 1 0,-6 0 54,1-1 0,0 2 141,-8 3 0,-7-1 263,-17 5 104,-3-1 0,-17 5-179,-5 0 0,-13 6 88,-7 2 1,-6 3 114,-7 1 1,4-3-79,0-1 0,1-1-127,-1 1 1,3-1 75,6-3 0,0-3-1388,4 3 248,7-2 0,17-2 851,17 0 0,21-11 0,22-3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07.12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481 232 8202,'-5'-19'-23,"-2"3"0,-1 3 0,1 4 1,0 2 14,0 2 0,-1-4 69,-4 5 1,-1-1 90,1 1 1,0 2 78,-1-2 0,1 3-55,0 1 0,-1-4 23,1 0 1,0-1 176,-1 5 1,1 0 44,0 0-230,-1 0 0,1 6 65,0 2 0,3 4-72,1 5 0,4 2-4,-4 6 1,4 5-9,-5 3 0,7 2-122,-2 2 1,2 2 96,2 2 1,0 0-104,0 8 0,2-7 102,2 3 1,3-1-199,5-3 0,2 0 48,2-4 0,3-6-25,6-2 0,4-10 29,-1-6 0,8-6 169,1-7 0,-1-7 29,1-6 1,2-11-75,-6-13 0,6-7 124,-6-10 0,-5 2-93,-3-5 0,-6 3 124,-6-3 1,-7-2-51,-1-7 1,-11 3-327,-6-3 0,-14 10-236,-15 7 1,-11 6-306,-18 10 1,-3 14-3951,-13 11 4588,2 27 0,-9-4 0,2 22 0,45-18 0,-1-1 0</inkml:trace>
  <inkml:trace contextRef="#ctx0" brushRef="#br0" timeOffset="1543">1135 578 8266,'-12'-6'184,"-1"-2"-51,1-3 1,7 0 98,5 3 1,10-3-33,11 3 1,4-2-14,3 2 1,8-3-110,5 3 1,4-3-194,-3-2 1,4 1 108,-1 0 1,3 1-190,2 3 0,2-3 62,-3 2 1,-2 4-113,-10 1 0,-6 1-52,-2-1 297,-14 3 0,-4-5 0,-11 6 0</inkml:trace>
  <inkml:trace contextRef="#ctx0" brushRef="#br0" timeOffset="1709">1394 158 8293,'-5'-12'548,"-4"0"1,2 5-73,-1 3 0,6 9-220,-3 8 0,3 11 16,-2 13 0,1 2 138,-5 6 0,5 2-108,-1 6 0,2 0-285,2 9 0,2 0 102,2 12 0,8 3-640,9 9 0,3 0 459,5 1-134,3-1 1,-9-38-1,2 1 1,0 1 0,0 0-1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14.17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234 432 5861,'0'-7'662,"0"2"-603,0 5 0,0-2 59,0-2 24,0 3 14,-5-4-31,4 5 3,-5 0 2,6 0-28,-5 0-40,3 0 0,-3 1 102,5 3-76,0-3 0,-2 5 87,-2-6-37,3 5 6,-5-3-306,6 3 286,0 1-122,0-5 1,0 6 86,0-3-120,6-3 0,-3 5 69,5-6-27,-5 0 0,8 4 36,-3 0 0,-1 0-23,1-4 1,0 0 41,4 0 1,1 0-34,-1 0 0,0 4-1,1 0 0,-1 1 3,0-5 1,1 0-25,-1 0 1,0 0-10,1 0 0,-1 0-9,0 0 1,1 0 1,-1 0 1,0 0-13,1 0 1,-1 0-12,0 0 1,1 0 32,-1 0 1,5 0-21,-1 0 1,0 0 14,-3 0 0,-1 0-3,0 0 0,1 0 32,-1 0-13,0 0 1,1 0-12,-1 0-2,0 0 1,1-5 29,-1 1 1,-4 0-12,1 4 70,-7-5 0,8 2-77,-6-5 0,4 4 75,-4-5 0,1 5-59,-5-4 1,4 4-1,0-4 1,0 4 46,-4-5-1,5 1 44,-3-4-76,3 0 0,-1-1 8,0 1 1,1 4-17,-5-1 0,0 5-27,0-4 1,0 4-16,0-4-11,5 0 31,-4-5 1,5 1 7,-6 0 1,1 3-4,3 1 0,-2 4 14,2-4 6,-3 0-8,-1-5 25,0 1-24,0-1 1,-1 1 4,-3 0 0,2 4 22,-2-1-9,-3 1-54,1-4 1,-3-1 25,1 1 1,1 4-26,-1 0 1,-3 5 22,3-1 1,-3-2-32,-2 2 0,1-4 15,0 4 0,-1-2 0,1 2 0,-2 3 47,-2-3 0,2 1-40,-2-1 1,1 3 25,-2-3 1,4 1-20,-4-1 0,-1 2 5,2-2 1,-1 3-2,5 1 0,0-4-13,-1 0 0,1-1 28,0 5 1,-1 0 1,1 0 1,-4 0 24,-1 0 0,1 0-40,3 0 0,1 0 30,0 0 1,-1 0-23,1 0 1,-2 5 34,-2-1 1,2 5-23,-2 0 0,2-3-8,2 3 0,-5-1 41,1 4 0,-1 0 5,5 1 1,-4 1 98,-1 2 0,1-1-124,3 6 1,-3-1 58,0 5 0,-1 5-38,5 3 1,1-2-14,3 2 1,2-4 33,6 4 0,0-3-157,0-1 1,11 0 17,5-9 1,6-2-89,3-1 0,5-5-296,3-4 0,8-2 173,4-6 1,9 0-827,3 0 1,24-6 1074,10-2 0,-37-2 0,1-2 0,2-1 0,-1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19.619"/>
    </inkml:context>
    <inkml:brush xml:id="br0">
      <inkml:brushProperty name="width" value="0.08" units="cm"/>
      <inkml:brushProperty name="height" value="0.08" units="cm"/>
      <inkml:brushProperty name="color" value="#008C3A"/>
    </inkml:brush>
    <inkml:brush xml:id="br1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451 259 11752,'2'-12'-862,"2"-1"0,-3 1 450,3 0 0,2 4 272,-2-1 0,1 5 277,-1-4 0,-1 4-39,5-4-18,-5 5 1,3-4 120,-6 3-313,5 3 1,-4-6 186,4 3-155,-4 2 1,-2-3 126,-4 5 1,-1 0-16,-7 0 1,0 0-175,-4 0 0,2 5 113,-6 3 1,2-1-96,-1 2 0,-4-1 74,4 4 0,1-1 24,-2-3 0,5 3-31,-5-3 0,5 3 219,-5 2 1,5 3-102,-5 1 0,6 0 15,-1 0 0,2-2-26,1 6 1,1-5-6,0 5 0,4-5-26,-1 5 1,7-5 34,-2 5 1,2-1-62,2 5 1,0-5 44,0 1 0,6-5-22,2 5 0,3-6 59,1 1 0,2-3 8,2-5 0,2 2-49,3-6 1,1 1 4,-6-1 1,5-2 24,-5 2 1,1 1-11,-5-1 0,0 5 36,1-5 1,-5 4-36,0-4 1,-5 6 13,1-2 1,-3 3-68,-1 1 1,-3 5-6,-5-1 1,0 2-180,-8-2 1,-4-1 132,0 6 1,-3-6-74,-2 1 1,-1 2 60,-3-1 1,3-1-217,-3-3 0,3-1 113,1 0 0,6-5-177,3-3 99,2-2 104,7-2 1,7-6-87,9-2 0,7-3 111,5-1 0,2-1-3,1 1 1,5 1-60,0 3 175,0-3 0,1 4 0,2-5 0</inkml:trace>
  <inkml:trace contextRef="#ctx0" brushRef="#br1" timeOffset="300">982 284 8555,'0'-25'-383,"0"2"0,0 2 1344,0 5-421,0 2 1,-6 7-217,-2 3 0,1 10-25,-1 6 1,0 3-236,-5 10 1,1-2 159,0 10 1,-1 4-191,1 4 1,-2 6-80,-2-2 0,2 3-196,-2 1 1,-4 6-483,0 3 1,-3-4 376,-2 0 1,0-9-426,1-4 1,-1-4 109,0-4 661,1-8 0,-7-7 0,0-6 0</inkml:trace>
  <inkml:trace contextRef="#ctx0" brushRef="#br1" timeOffset="483">501 580 8512,'4'-36'0,"0"3"0,4 4 407,-4 9 1,10 8-29,-2 7 0,9 4-2,-1 1 1,4 7-175,0 5 1,2 3 34,3 10 0,-2-3-258,6 7 1,-4 1 118,4-1 1,-6 5-289,2-1 1,1 1 174,-1-1 0,0 1-666,-4-5 1,-2 4 348,-3-4 1,2 2-561,-5-6 0,-1 1 891,-3-10 0,-1 6 0,0-2 0</inkml:trace>
  <inkml:trace contextRef="#ctx0" brushRef="#br1" timeOffset="1009">1598 185 8430,'4'-25'0,"2"2"113,1 3 1,-4-2 354,1 5-194,-3 1 1,3 3 153,0 1 1,0 4-138,-4 0 1,-1 5 97,-3-1-260,3 2 87,-10-3 0,8 4-235,-5-4 0,3 4 69,-3 1 0,4 4-99,-4 0 0,0 6 50,-5-2 1,0 3-32,-4 1 1,2 2 95,-5 3 0,-1-2-193,-4 5 1,2-3 100,2 3 0,-2 1 63,3 3 0,-2-3-61,1 0 1,-1-1 52,6 5 0,1-5-28,6 1 1,4-2 18,5 2 0,0-2-10,0-3 0,3-2-3,5 2 0,4 2-1,9-1 1,2-1 1,-2-4 0,2 1-5,2-1 0,-2-1 79,-2-3 1,0 3-66,-4-3 1,3 5 49,-3 3 1,-5-5-44,-4 6 1,-5-6 91,1 5 1,-2-2-79,-2-2 0,-11 0-31,-6 1 1,-5-1-85,-2 0 1,-5 1-210,0-1 0,-4-1-187,4-3 1,-2 2 157,6-6 1,-1 0-429,10-4 419,-1 0 0,12-9-160,5-4 1,5-2 97,8 3 1,9-5 2,2 1 0,5-1 383,0 5 0,2-6 0,6-1 0</inkml:trace>
  <inkml:trace contextRef="#ctx0" brushRef="#br1" timeOffset="1251">2326 148 8366,'0'-36'0,"0"4"384,0 3 1318,0 8-1084,-5 9 1,-2 6-237,-6 6 1,-3 7-56,0 6 1,-2 6-31,1 10 0,-2 2-258,-6 6 1,1 0-178,-1 0 0,0 4-189,1 0 1,-1 5-112,0-5 1,1 4-559,-1-4 0,-1 4-516,-3-4 1512,-2 0 0,-12-4 0,-1 0 0</inkml:trace>
  <inkml:trace contextRef="#ctx0" brushRef="#br1" timeOffset="1413">1709 259 8525,'13'-31'1213,"5"0"-689,2 7 1,9 10-85,4 6 0,4 12-90,4 8 0,-3 7 148,3 10 0,-2 4-229,-2 8 1,-4 3-51,0 5 1,-5 6-711,5 3 1,0 6 353,4 2 1,0 5-1653,0-1 1,4 3 1788,0 1 0,0-6 0,-4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23.213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319 1271 8033,'-12'0'-693,"0"0"0,-1 0 562,1 0 1,4 0 168,0 0 0,4 1 44,-5 3-41,1-3 0,-3 6 363,3-3-172,-3-2-96,10 3 84,-10-5-2,9 6 1,-2-5-84,8 3 1,-1-2-34,5-2 1,0-2-124,5-2 0,-1 3 123,0-3 1,1-2-163,-1 2 0,2-6 136,2 2 1,-1-1-59,6 0 1,1-6 36,7 3 0,2-4 8,6-1 1,2-2 54,2-6 0,-2 1-65,7-1 0,-7-3-51,2 4 1,-3-6 60,-6 9 0,-1-1-114,-7 6 1,0 2 106,-4-2 0,2-2-43,-6 1 1,5-5 22,-5 2 1,5-1-1,-5-3 0,6 0-8,-1-9 1,1 5 0,-2-5 1,4 0 17,-4-4 0,4 0-9,0 0 0,0 5-3,-4 4 0,2 1 9,-6 3 0,1-4-71,-5 4 1,-4-2 49,1 9 1,-7-3 3,3 3 0,-4-5-3,-1 2 0,0 1 1,0-2 1,0 5-2,0-5 0,0 5-9,0-5 0,-1 6 105,-4-2 0,4 4-85,-3 0 0,-3 1 2,-1 0 0,-3 1 27,-1 3 1,-2-3 1,-3 2 1,0 3-70,-4-3 1,-6 7 48,2-3 0,-2 4-68,2 1 0,-4 0 53,0 0 1,-4 0-17,5 0 1,-5 6 4,4 2 1,-4 0-25,4 4 0,1-2 0,3 6 0,3 2 2,-3-1 0,7 3 3,-6-3 0,2 5 13,-3-2 1,-1 5 13,-3 4 1,-1-3-21,-3 2 1,-4 4 142,0 1 1,-1 4-126,-7 4 1,4-1 118,-5 5 0,8 2-50,1 6 0,0-1 99,4 6 1,7-2 30,1 1 1,9-2-78,-1-5 0,4-5 55,0 0 1,5-5-82,0 1 1,5 1 25,-1-1 1,8 1 0,4-5 1,5-6-186,3-2 1,5-6 7,8-6 1,8-6-116,8-11 0,11-5-263,10-7 0,9-8 52,16-17 1,-42 15-1,0 0-83,4-2 0,1-2 0,2 0 0,-1-2-57,3-3 1,-1 0 0,2 2-1,0 0-133,3 1 1,0-1 626,-3 0 0,-1 0 0,2 0 0,-2-1 0,0 1 0,-1-1 0,3 1 0,0-1 0,1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24.16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357 271 8040,'1'-12'0,"2"0"-250,1-1 0,5 5 526,0 0 0,-3 4-92,3-4 0,-5 5 278,4-1-36,0 2-287,5 2 0,-7 6-2,-2 2 0,-2 3-101,-2 1 1,-2 2-109,-2 3 1,-8-4 137,-9 4 0,2 1-262,-1-2 1,-2 5 69,-7-5 1,3-1-70,-3-7 0,3 2 117,1-6 0,-3 4 25,-1-4 1,-4-1 74,4-7 0,5-4-3,3-9 1,6-2 208,-1-6 0,7 1-74,5-1 0,6 0 161,6 1 0,5 0-64,12 4 0,4 2 26,0 6 1,5 5-65,-1 3 1,1 2-93,-1 2 1,3 7 12,-3 6 0,-2 4 21,2 8 1,-2 5-140,2 3 0,-7 3 118,-5 1 0,-10 1-60,1 3 1,-8-2 34,0 2 0,-4 1-13,-4-1 1,-8 0 8,-9-4 0,-2-1-627,-1-3 0,-3 1 254,-1-5 0,0 0-38,-5-5 1,5 0-442,-5-4 1,7 1 316,1-9 1,2 2-1282,6-10 836,1 0 875,9-9 0,1-13 0,6-8 0</inkml:trace>
  <inkml:trace contextRef="#ctx0" brushRef="#br0" timeOffset="332">924 148 8236,'7'-31'-407,"0"0"953,-3 7 0,-3 5-57,3 2 0,-2 7-19,-2 2 1,-2 6-144,-2-3 0,1 4 80,-5 1 1,0 10-86,-4 2 1,-2 9-87,-3-1 0,2 9-30,-5 4 0,3 8-148,-3 4 0,5 3-210,-2 1 1,8 1 185,0-1 0,7 2-178,-2 2 0,4-3 90,4-1 0,4-5 31,8-7-1,5-10-23,8-2 0,-2-14-51,6-3 1,0-7-128,4-5 1,4-8-137,0-9 0,-1-3 194,-7-5 1,-4 2 386,-9-6 0,-3 5-342,-9-1 1,-11 3 114,-13 2 0,-10 5-262,-16 2 1,-1 5 151,-7 4 0,-5 2-653,-2 6 0,-2 11-56,1 5 612,-7 6 1,7 3 0,-9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30.63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74 99 7860,'-8'-11'-387,"0"3"1,5 1 636,-1 3 96,-3 3-78,6-5-181,-5 1 1,5 3 164,-3-2-205,2 3-7,-3 1 0,5-1-2,0-4 160,0 4-111,5-4 1,2 5-11,5 0 0,1-2-4,-1-2 0,0 3-18,1-3 1,0 1 21,4-1 0,-2 2-94,6-2 0,0 2 94,8-3 0,-1 4-7,5-3 1,5 3-256,7 1 0,3 0 69,1 0 0,1 0-13,-1 0 1,-4 0 120,1 0 0,-11 0-45,2 0 1,-8 0 20,0 0 1,-9 0-14,-3 0 1,-3 0 1,-2 0 24,0 0-43,1 0 0,-5 0 8,0 0-19,-5 0 10,2 0 69,-5 0-36,-5 5 0,-2-4-30,-5 4 1,-5-4 43,1-1 0,-1 1 1,5 3 1,-2-2 33,-2 2 1,2-3-40,-2-1 0,-2 2 29,1 2 1,-1-3-29,2 3 0,1-2-34,-6-2 0,6 0 37,-1 0 1,-2 0-35,2 0 1,-5 4 33,5 0 1,-5 0-5,5-4 0,-5 0 39,5 0 1,-6 0-44,1 0 0,2 1 54,-2 3 1,6-2-45,-1 2 1,-3-3 52,-2-1 1,3 0-41,2 0 0,2 0 129,2 0 1,-5 0-87,1 0 1,-1 0 7,5 0 0,0 0 94,-1 0 0,1 0-103,0 0 1,-1 0 87,1 0 1,4 0-62,0 0 0,-1 0 49,-3 0 0,4 0-34,0 0 1,4 0 99,-5 0-33,1 0 2,-4 0-3,5 0-1,-4 0-68,10 0 71,-5 0-223,6 0 197,0-5-133,0 3 62,6-3 1,0 1 2,7 0 0,-5 0-19,0 4 1,-4-2 35,5-2-37,-1 3 0,4-5 54,0 6-79,1 0 1,-1 0 11,0 0 0,-2-1-5,2-3 0,-6 2 0,6-2 1,-1 3-3,6 1 0,-2 0-25,5 0 0,2 0 32,7 0 0,-2-4-62,6 0 0,4 0 53,4 4 0,5 0-45,-5 0 1,0 0 35,-4 0 1,0 0-5,0 0 1,-6 0-13,-2 0 1,-3 0-9,-1 0 0,-5 0 14,1 0 1,-2 0 3,2 0 0,-2 0-175,-3 0 0,-1 0 155,6 0 0,-2 0-6,2 0 0,1 0 14,-6 0 0,6 0 2,-1 0 1,-2 0 11,1 0 0,-3 0 4,3 0 1,-3 0-14,3 0 1,-5 0-3,2 0 0,-2 0 15,1 0 0,-2 0-10,3 0 1,-4 0 13,0 0 0,-1 0 7,0 0 0,1 0 4,-1 0 0,0 0-16,1 0 0,-1 0 4,0 0 1,1 0-6,-1 0 1,0 0 1,1 0 1,-1 0 20,0 0 1,1 0-21,-1 0 0,0 0-2,1 0 0,-1 0 94,0 0-46,6 0 1,-4 0 8,2 0 0,-6 0 13,-2 0 0,-4 0 77,4 0-73,-5 0-70,3 0 76,-6 0 173,0 0-102,-6 0 23,5 0-91,-5 0 10,1 0-118,3 0 123,-3 0-130,-1 0-42,5 0-25,-4 0 0,-1 0-53,5 0 77,-5 0 31,6 0 56,0 0-12,-5 0 6,3 0-3,-3 0-9,5 0-1672,0 0 496,5 0 82,-3 0 1095,3 0 0,1 5 0,1 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32.76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396 679 8559,'8'-17'-48,"-1"-1"1,0 1 0,-2-1 0,1 3-341,-4 1 1258,5 2-483,-5 5 0,2 1-162,-8 6 0,-3 6-78,-6 2 1,0 10-154,-4 7 1,-2 1 23,-6 6 0,1 1 110,-1 4 1,-4 4-489,0 1 0,-1 4 184,2-1 1,1-1-374,-1 1 1,6-5 209,1 1 1,6-4 338,-1-4 0,-3-3 0,-1-5 0</inkml:trace>
  <inkml:trace contextRef="#ctx0" brushRef="#br0" timeOffset="182">1 851 8167,'0'-16'0,"0"-1"545,0 2-113,0 7 1,1 3-214,3 5 1,-1 5 16,5 3 1,2 9 14,6 3 0,1 4-325,8 0 1,-2 2-302,10 3 1,1-3 259,7 3 1,3 3-450,5 0 1,1-1 74,-1-3 0,-5-2 489,-3-1 0,3 0 0,0-1 0</inkml:trace>
  <inkml:trace contextRef="#ctx0" brushRef="#br0" timeOffset="858">901 506 8099,'13'-19'0,"-1"2"-123,0 4 0,-3 0 178,-1 1 1,0 1 224,4 3 1,1-3-76,-1 3 0,-4-2 106,1 2 22,-1-3-221,4 4 290,0 0-293,-5 2 120,-1 5-225,-6 0 0,-2 1 77,-2 3 1,-3 3-181,-5 5 0,-4 1-152,-1-1 0,-5 0 106,2 1 1,-4 3 33,0 1 1,3-5 44,1-4 0,3 0 121,-3 5 1,5-6-113,-2-3 390,3-3-195,2-1 1,7-7 108,5-5 0,11-2-62,9-6 1,5-1-90,4-4 1,2 2 135,6 2 1,1 0-100,4 4 1,-4 1-99,3 3 1,-3 6 87,-1 3 1,-5 3-209,-3 1 0,-3 7 62,-2 5 0,-8 6-57,-4 7 0,-8 5 109,0 3 0,-8 4-6,-4 4 1,-9-1-34,-3 5 1,-8-4 25,0 4 0,-7-4-12,2 4 0,-2-10 14,-2-2 0,7-6 146,5-2 1,2-5 87,6 1-165,6-12 0,7 6 96,8-10 0,9-1-113,7-4 1,9-6-37,4-2 1,2-3 57,2-1 0,6-5-221,2 1 1,3-2 121,1 2 0,2 0-396,3-4 0,-2 3 167,5-3 0,-5 5-737,2-2 1,-5 4 95,-4 0 1,-6 1 876,-6 0 0,-6-6 0,3-1 0</inkml:trace>
  <inkml:trace contextRef="#ctx0" brushRef="#br0" timeOffset="1351">1975 235 8493,'0'-25'44,"0"2"1,1 2 295,3 5 1,-3 2 44,4 2 1,-4-1 114,-1 1 0,1 1 362,3 3-241,-2-3-183,3 9 114,-5-9-458,0 10 1,-5-4-83,-3 5 1,-3 1-67,-2 3 1,1-1-155,0 5 1,-5-4 84,1 4 1,-2 1 0,1 3 1,4 0 101,-4 1 1,-1-1 122,2 0 1,-6 1-83,2-1 1,0 4 76,0 1 1,1 5-29,-2-2 1,-1 2 15,6-1 1,1 2-11,6-2 1,0 1 4,5-2 0,0 3 28,4-2 0,10 1 4,7-2 1,5 2-260,3-5 0,1-1 33,2-3 1,4-1-37,5 0 0,-6 1 171,-2-1 0,-3 0-4,-1 1 0,0-4 112,-1 4 1,-6-8-121,-6 7 1,-1-2 202,-7 2 0,-1 1-108,-7-1 1,-4 0-18,-9 1 1,-6-2-13,-6-3 1,-5 3-281,1-3 1,2-1-19,-2 1 1,1-1-22,-1 1 0,-1-1-374,5-3 0,5-2-146,3 2-630,11-3 849,0-6 1,20-2 34,7-6 1,10 1 159,6 0 0,-1-1-492,1 1 841,0 5 0,4-9 0,0 2 0</inkml:trace>
  <inkml:trace contextRef="#ctx0" brushRef="#br0" timeOffset="1692">2653 198 8379,'0'-29'0,"0"0"0,0 3 438,0 4 0,0 0-61,0 6 1,0-1 293,0 5 1,-1 1-76,-3 3 1,1 2-81,-5 6 0,-2 2-180,-7 2 0,2 8-72,-5 9 1,3 3 29,-3 5 0,1 7-30,-2 5 1,-1 7-255,6 1 0,-1 2 134,5 6 1,4 1-368,0 4 1,5-6 1,-1-3 0,4-6-100,4-2 1,8-8 119,9-4 0,2-6 122,2-14 0,5-4 180,3-9 1,8-5-165,4-3 1,-1-9 164,1-3 0,-11-4-89,-1 0 1,-8-5-158,-9 0 0,-9 0 9,-19 5 1,-11 4-263,-23 4 0,-4 0-607,-12 3 0,-1 4 464,-3 9 1,-8 8 332,-8 8 1,-14 9 0,46-7-1,0 1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35.52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98 395 8352,'-12'-4'0,"-1"-1"0,1-2 0,0 4 0,-1-1 0,1 3 0,0 1 484,5 0 0,3 0-79,8 0 0,8-5-343,9 1 0,9-5-102,7 1 0,7-5 158,9-3 1,9 1-410,8-6 1,8 2-43,4-2 0,-4-2-164,-4 3 1,-7 0 200,-9 0 1,-7 5-682,-14-2 977,-8 9 0,-28-3 0,-2 4 0</inkml:trace>
  <inkml:trace contextRef="#ctx0" brushRef="#br0" timeOffset="174">258 75 8352,'-6'-11'271,"-5"1"459,2-11-333,4 6 0,1 3-91,8 8 1,4 3 129,9 1 0,-2 6-127,5 7 0,1 5 197,3 6 1,2 8-92,3 5 0,3 2-413,5 11 0,-2-4 120,-2 8 1,3 3-1041,-3 5 1,-3 1-875,-1 7 1792,-3 0 0,-2 9 0,1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37.48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136 248 7555,'-16'-5'0,"-1"0"-490,2-2 1,1 3 715,2-4 1,0 5 0,-1-1 0,5-2-11,0 2 1,4 0 47,-4 4 346,5-5-160,-3 3-60,6-3-261,0 5 0,2 0 35,2 0 0,4 0-104,9 0 0,-4 0 65,4 0 1,1-4-158,-2 0 1,6 0 107,-2 4 0,9-5-142,4 1 1,6-5 27,6 1 1,3 1-22,13-2 0,4 3-3,9-3 0,0 0-67,0 5 1,0-5 114,0 5 0,4-4 29,0 4 0,0-1-61,-4 0 0,-5 3 49,-3-7 1,-6 3-102,-7-3 1,-5 0 82,-11 5 0,-5-2 0,-3 2 0,-3 3 1,-2-3 1,-5-2-27,-2 2 181,-9 0 162,3 4-309,-10 0 1,-1 0 23,-8 0 1,-7 0 11,-1 0 1,-8 0-153,0 0 0,-2 4 73,-7 0 0,1 0 22,-1-4 1,-2 4 2,2 0 0,-3 2-6,-1-2 1,-4-3-7,0 4 1,-4 0 14,4-1 0,-7 0-19,-2-4 0,1 4 88,-4 0 0,-1 1 9,5-5 1,-2 4 148,10 0 0,-4 0 57,4-4 0,4 4-68,4 0 1,4 4 62,-4-4 0,6 5-39,-2-5 0,7 4-17,1-4 0,6 4-22,-1-4 0,8 2-39,4-2-48,2-3 1,9 9-174,5-6 1,12 0 109,9-4 0,8 0 62,4 0 1,10-1-142,6-3 1,1 1 65,4-5 0,2 1-475,2-1 1,10-3 287,6 3 0,0-3-528,5-2 0,-5 2 698,-4 3 0,-2-6 0,-6 6 0,0 3 0,0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38.32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172 543 7914,'0'-12'-296,"0"0"1,0-1 202,0 1 0,0 4 193,0-1 0,-1 5 24,-4-4 1,4 4 20,-3-4 0,3 4 487,1-5-153,0 7 0,0-9-459,0 9 1,-2-3 161,-2 5 0,1 0-253,-5 0 0,4 5 153,-4 4 1,0 1-86,-5 3 0,1-1 51,0 0 0,-1 1-190,1-1 0,0-4 103,-1 1 1,2-5 44,3 4 241,-3-5-218,10 2 1,-3-10 221,8-4 0,3-1-55,5-3 0,4 1-100,1-1 0,5 0 26,-2-4 1,8 5 51,0 0 1,3-1-92,-3 5 1,-2 3-120,3 1 1,-7 4-16,-1 4 1,-8 2 76,0 7 0,-6 6 38,-7 6 1,-6 1-23,-2 7 0,-10 1 43,-7 7 1,-1-3-42,-7 3 0,5 2 78,-5-2 0,5 0-47,0-4 0,3-4-4,4 0 0,9-11-36,8-2 33,3 1 1,7-13-9,7 0 0,5-6 6,6-6 0,6-3-265,3-5 0,8-2 82,5-3 0,3 2-155,4-5 1,2 3-203,3-3 1,-3 5-284,-6-2 1,-5 4-1120,-3 0 1876,-8 1 0,-3-6 0,-5-1 0</inkml:trace>
  <inkml:trace contextRef="#ctx0" brushRef="#br0" timeOffset="518">998 321 8303,'4'-25'30,"2"2"0,-1 1 245,1 2 0,3 3 46,0-3 1,-2 5 6,1-2 0,-5 6 109,1-1 1,1 6-144,-1-6 252,0 8-414,-4-7 1,-5 10 123,-3-4 1,-3 4-259,-2 1 1,-4 0 74,-4 0 0,2 6-218,-2 2 1,1-1 120,-5 1-1,-1 4-26,-3 5 1,3 3 86,-3-3 1,3 5 29,2-2 1,-1-1-84,0 2 1,2-1 79,2 5 1,4-4-64,4-1 1,2-3 71,3 3 1,3-5-167,5 2 1,6-4 57,7 0 0,5-1-18,6 0 0,2 1 42,3-1 1,-1-4-20,4 1 1,-3-1 18,4 4 0,-10 1 3,2-1 0,-4-4 26,-1 0 1,-2 1-23,-6 3 1,-5 0 1,-3 1 1,-5 3 6,-7 0 1,-2 2 215,-10-1 1,-1-4-127,-4 4 0,-1 1-51,-2-2 1,0 2-224,-5-2 0,0-2 131,-4 3 0,4-4-312,1 0 1,4-1 101,-1 0 0,9-5-357,3-3 313,9-2 0,4-2-414,8 0 1,13-6-166,7-2 1,9-4 881,0-5 0,8-2 0,3-6 0</inkml:trace>
  <inkml:trace contextRef="#ctx0" brushRef="#br0" timeOffset="876">1726 235 8296,'0'-37'82,"0"1"1,0 3 509,0 4 0,0 8 74,0 0 0,-1 6-163,-3-2 1,1 5-99,-5 4 0,4 2 223,-5 6 1,1 0-277,-4 0 0,-5 6-96,1 2 0,-5 13 0,5 3 1,-5 11 31,5 2 0,-5 9-230,5 8 0,-5-1 11,5-4 0,1 2-148,7 3 1,-2 0-262,6 4 1,0-3 202,4-6 0,7 1-211,5-1 0,6-5 159,6-3 1,7-8 11,1-4 1,4-10 88,1-7 0,0-5 189,0-7 1,-4-7-42,0-5 1,-10-7-111,2-10 1,-10 1 247,-3-5 1,-5 1-104,-7-5 1,-7 1 11,-5 3 1,-11 3-50,-10 5 0,-11 7-461,-10 6 1,-4 5-296,-17 7 1,4 13-1533,-7 7 1915,-3 20 1,0 16-1,38-22 1,0 1-1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6:44.316"/>
    </inkml:context>
    <inkml:brush xml:id="br0">
      <inkml:brushProperty name="width" value="0.06" units="cm"/>
      <inkml:brushProperty name="height" value="0.06" units="cm"/>
      <inkml:brushProperty name="color" value="#008C3A"/>
    </inkml:brush>
    <inkml:brush xml:id="br1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3266 4737 7930,'43'-23'0,"2"3"-1018,3 3 780,7 3 1,1 6 0,7 1 465,3 2 1,-3-3-75,3 4 1,-3-1 105,-2 5 0,13 0-153,9 0 1,0 0-534,4 0 1,-2 0 399,-7 0 1,8 2 50,4 2 0,5-3-15,-42 1 0,1 0 0,-3-1 0,-1 0 15,2-1 1,-1 0 0,0 0 0,1 0-24,1 0 0,1 0 1,-1 0-1,1 0-173,3 0 1,1 0-1,-2-2 1,0 0 172,0 0 0,-1 0 0,2-3 0,1 0 87,4 1 1,0 0 0,-3-2 0,1 1-48,3-2 1,1 1 0,-1 2 0,-1 0 70,-2 0 1,-1 0 0,6 2 0,1 0-49,4-2 1,-1 0 0,-5 2-1,0 1-142,1-1 0,1 0 0,0-1 0,0 0 125,4 1 0,0 0 0,1-1 0,0 1 5,5-1 0,0 2 1,-1 0-1,0 0-24,-1-1 1,0 0 0,1-1-1,1 1-2,-3 0 0,2 0 0,2-1 0,0 1-5,2 2 0,-1 0 1,-4-1-1,1-2-356,3 1 1,0 0 0,1 0-1,0 0 295,-1 2 0,0 0 1,4-2-1,1 0 29,3 0 0,0 0 1,-1-2-1,0 0-58,2 2 1,-1 0-1,-3-3 1,0 0 26,3 1 0,1 0 1,2 0-1,2 1 11,4-1 0,0 0 1,-7 0-1,0-1-214,1-1 0,-1 0 1,-2 2-1,-1 0 214,4 0 1,-1 0 0,0 0-1,0-1 35,-6 0 1,0-2 0,0 1 0,-1-2-134,-2 0 0,-1 0 0,0 1 0,0 0 194,0-1 0,0 0 0,0-2 1,0 1-47,0-1 0,0-1 0,2 0 0,-2-1 84,-6 0 0,0-1 0,2 1 0,1-1-2,1 1 1,1 0 0,1-1 0,1 1-56,-3 0 1,0-1 0,0 1-1,0-2-16,0 0 1,1 0 0,0 0 0,2 0 8,1-2 1,0-1 0,2 1-1,-1-1-57,1-1 0,1-1 0,0 1 0,1-1 54,-2 1 1,0-1 0,-1 1 0,0-1-67,3 1 1,1-1 0,0 3 0,1-1 23,-1 1 1,-1 0-1,-4 0 1,-1-1 8,-5-2 0,0 1 0,0-1 1,1 1-6,1-1 0,0 1 1,-3-1-1,-2-1 0,-5 0 1,0-1 0,-2 2 0,0-2-30,-4-1 0,0-1 0,1 2 0,1 0 7,-2-4 1,-1 0 0,1 3 0,-2-2 112,-6-3 1,-1 0-1,3 3 1,2 2-92,-1-1 1,1 0 0,-2 3 0,1-1 11,1-1 0,-1-1 1,0 1-1,0-1-8,-4-2 1,1 1 0,2-1 0,0 0-94,0 1 0,-1-1 0,-1-2 0,-1-1 6,-2 0 1,0-1 0,0-3-1,0 0 46,-4 2 0,0-1 1,2-1-1,1 1 35,-3 4 0,0 0 1,2 0-1,-1 1 561,41-23 1,-9-5-438,-13 1 1,-3-1-100,-4 5 1,1-2 207,-6-2 0,-6 3-48,-10 1 0,-11 4 558,-10 4 0,-8 2-698,-3-2 1,-10 3 328,-3 1 1,-8-2-433,-5-2 1,-2 2 193,-2-7 0,-1 1-360,-3-4 1,2-1 65,-6 1 1,0 0 28,-4-1 1,4 1 30,0 0 0,1 3 204,-5 1 1,-3-1-29,-5-8 0,-6 3 26,-11-2 1,-6-2-13,-6 2 0,-6-1 97,-6 5 1,4 1-116,-1 3 1,-4 2-197,40 24 1,-1 1-1,-3-2 1,-2-1 253,-3 1 0,1-1 0,1 0 0,1 1-59,-2 1 1,-1 1-1,1 0 1,-1 0 35,-3 2 1,-1-1-1,-3-1 1,0 1-33,-7 0 0,0 1 0,3 1 1,0 0-291,-3 0 1,0 1 0,0 2-1,0 2 231,-4-1 0,0 1 0,-2 2 0,0 0-90,-4-2 1,-1-1-1,3 4 1,-1-1-16,-5 0 0,-1 0 0,0 1 0,-1 0-254,-2 1 1,-1 0 0,-1 0 0,-2 1 307,-6 1 1,-2 0 0,3-1-1,0 0-152,30 3 1,0 1 0,-1 0 0,1-1 0,0 1 0,0 0 153,-1 1 1,-1 0 0,0 0-1,0 0 1,0 0 0,-1 0 28,-4 0 1,0 0 0,0 0 0,3 0-1,0 0 1,1 0 1,-2 0 0,1 0 1,0 0-1,0 0 1,0 0-1,0 0 8,1 0 1,1 0-1,-1 0 1,-1 0 0,1 0-1,0 0 32,-3 0 1,0 0 0,1 0 0,1 0 0,1 0 0,0 0-10,0 0 0,0 0 0,0 0 0,-1 1 1,0 0-1,0 1-23,0-1 1,0 0 0,0 1 0,-1 1 0,1 0 0,-2-1-13,-3 0 0,-1-1 0,0 0 0,4 2 0,1 1 1,-1-1 13,-2 0 1,0-1 0,-1 1 0,0 1-1,0-1 1,-1 1-29,1 0 0,-1 0 0,0 1 0,-4-1 0,0 0 0,0 0 6,3 0 1,0 0 0,0 0 0,-1 1 0,0 1 0,0 0-6,2-1 0,0 1 0,1-1 1,-2 1-1,0-1 0,-1 1 15,-1-2 1,-1 0 0,0 0 0,-2 0 0,-1 0 0,1 0-5,4 0 1,-1 0 0,1 1 0,-3-1 0,1 0 0,0 0-126,5 0 0,1 0 0,0 0 1,-3 0-1,1 0 0,-1 1 140,-2-1 0,1 0 0,-1 0 1,1 0-1,0 0 0,0 0 61,1 0 0,0 0 0,0 1 0,-1-1 1,1 0-1,0 0-38,5 0 1,1 0-1,0 0 1,-5 2 0,-1 0-1,1 0 24,1 1 1,1-1 0,0 2 0,-3-1 0,0 1 0,-1 0-25,2 0 0,1 0 1,-1 1-1,2-1 1,1 1-1,0 0-4,0 0 1,0 1 0,0-1-1,-2 1 1,1-1 0,0 1-3,-1 2 0,1 1 0,-1-1 1,-2 0-1,-2-1 0,1 0-43,3 2 0,1 1 0,0 1 0,1-1 0,0 1 0,0-1-16,1 1 0,1 0 0,-1 1 0,2 0 1,0 0-1,-1 1 27,-1 0 1,-1 1-1,-1 0 1,0 2 0,-1 1-1,1 0 8,4 2 0,0 0 0,-1 1 0,0 0 1,0 0-1,0 1-10,4-1 1,1 0 0,0 2 0,2 0 0,-1 0 0,0 1 4,-1 0 0,0 1 1,0-1-1,-1 1 1,0 1-1,1-1 19,3 1 0,1-1 0,1 2 1,1 0-1,1 0 0,1 2-6,-20 14 1,2 2 0,0 0-1,0 0 46,1-1 0,0 1 0,8-3 0,3 1 111,9-3 1,1 1-1,2 1 1,1 2-170,4-1 1,1 2 0,2 1 0,0-1 45,1 1 1,1 1 0,6-1-1,2 1 110,4-1 1,4 1-1,4-1 1,2 2-128,6 0 1,2 0-1,2 1 1,1 1-40,1 0 1,2 0 0,0-1 0,1-1 47,-2 44 1,6-45 0,1 1 53,9 48 0,-1-46 1,2-1-63,4 0 0,2-1 0,1 0 0,3-2 5,2-3 1,3-1-1,4 1 1,4 0 29,7-2 0,4-2 0,6 1 0,2 0 174,10 3 1,2-1-1,2-2 1,1-1-200,5-2 1,2-2-1,8-2 1,4-4-55,6-2 1,3-2 0,-21-10 0,2 0 0,2-1-43,5 3 1,1 0 0,3-2-1,6-2 1,2-1 0,2-1-196,-19-3 1,2 0 0,0-1 0,3-1-1,6 0 1,2 0 0,2-1 0,1-1 164,-14-1 1,0-1 0,2 0 0,0 0 0,2-1 0,5 0 0,0-1 0,2 0 0,1 0-1,0 0-92,5 1 1,2-1-1,0 0 1,0 1-1,1-1 1,-15-1-1,1 0 1,-1 0-1,1 0 1,1 0-1,0 0 99,4 1 1,0 0 0,2 1 0,-1-1 0,1 1 0,0 0 0,2-1-1,1 1 1,0-1 0,0 1 0,1-1 0,0 1 83,-11 0 0,1 0 0,-1 1 0,1-1 0,0 0 0,1 0 0,-1 0 0</inkml:trace>
  <inkml:trace contextRef="#ctx0" brushRef="#br0" timeOffset="1383">19018 1752 8325,'-8'-16'-147,"-1"0"1,1 0-1,0 3-1591,0 0 1957,5 1 0,-1 1 9,8 3 0,3-2-186,5 6 0,7-1 18,6 1 1,3-2 14,9-2 0,4-3-63,12 3 0,13-3 12,16-2 0,17 0-309,-41 5 0,3-1 1,6 0-1,2-1 307,4-2 1,2-1 0,4 0 0,2 0-131,7-1 0,1 0 0,-7 1 0,0 0 44,1-2 1,-1 1 0,-3 1-1,-1 0-6,1 1 0,-1-1 0,-8-1 0,-2-1 53,-3 1 0,-2-1 1,-8 1-1,-1 0-112,-2 1 0,-1 1 0,31-7 67,-16 2 0,-17 4 3,-16 0 1,-15 5 179,-18 0 1,-7 4-105,-9-4 1,-5 5 116,-8-1 0,2 2 436,-6 2 1,0 0-1006,-4 0 435,0 6 0,-3-1 0,1 6 0,-1 2 0,-1 2 0</inkml:trace>
  <inkml:trace contextRef="#ctx0" brushRef="#br1" timeOffset="2034">19499 1395 10709,'0'-14'-238,"0"-1"0,0-2 0,0 2 1,0 2-799,0 0 1,-1 5 1617,-4 0-444,4 5 0,-10-6 73,3 4 1,-7 1-136,-2 4 1,-5 6 231,2 2 0,-5 4-184,-4 5 0,-2 2 52,-6 6 1,4 3 78,0 1 1,0 6 64,-4-3 0,-1 5 116,-3 5 1,7-8-221,-3 3 0,4-8-12,0-1 1,4-2-184,8-1 1,5-2-187,8-2 1,2 1 31,6-6 0,13 5-33,7-5 0,10 1-39,11-5 0,9 0-4,7 1 0,15-2-236,6-3 0,12 2-80,9-6 0,-43-2 0,2 1 133,2-1 1,3 0 0,7-1 0,2 1 391,2 2 0,0 0 0,5 0 0,0-1 0,3 1 0,1 0 0,0-1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7:01.175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284 147 8573,'0'-19'582,"0"3"0,0 14-345,0 11 1,-2 7-8,-2 9 1,-1 1-145,-3 3 1,-2-2 194,6 6 0,-2-6 17,2 2 1,3 3-674,-3 0 1,2-1 258,2-3 1,0-6-429,0-1 0,4-2 144,1 2 1,0-4-61,-1-4 0,-2-5 145,2 0 0,-2-5-107,3 1 422,-4-3 0,10-6 0,-4-2 0</inkml:trace>
  <inkml:trace contextRef="#ctx0" brushRef="#br0" timeOffset="393">160 197 8525,'-12'-17'-413,"1"1"1,1 2 262,2 5 924,6-2 0,-3 9-741,10-2 1,1-1 29,7 0 0,5 1-179,2 4 0,7-1 147,2-3 0,6-2-55,-3-2 1,4-3 80,1 3 1,4-2-14,0 2 1,7-3-10,2 3 1,-2-2-51,1 2 1,-5 1 17,-7 3 0,-11 3 31,-6-3 1,-6 4 459,-6 4 1,-4 3-103,-8 5 0,-8 6 97,-9 2 0,-2 4-148,-2 0 1,1 5-164,-1 0 0,2 1-42,2-1 1,3-3-214,6 3 1,1 1 257,3-1 0,1-1-36,3-3 0,3-4-596,-4-1 0,5-5 204,5 2 0,-4-4-52,3 0 0,-3-5 28,-1 0 0,-11-5-41,-5 1 0,-9 2-14,-8-2 1,-5 0-246,-11-4 0,-6 4-15,-3 0 0,-2 4 101,-2-4 0,12 5 485,4-5 0,12 5 0,4-2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7:02.50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975 1000 7494,'0'-12'0,"0"-1"165,0 1 0,5 0 315,3-1 0,21-6-604,12-5 1,31-7 109,-27 13 1,4-1 0,15-4-1,4 0-553,11-2 1,2 0-1,6-3 1,0 0 505,2 1 0,-1 1 1,-2-1-1,-2 0-50,-7 2 1,-2 1 0,-6 1 0,-1 1 78,-1-1 1,-2 1 0,-7 0-1,-3 0 1,-5-1 0,-1 0 0,0 0 0,-1 0-20,43-18 0,-3 4-143,-10 4 1,-8 7 288,-17 1 1,-9 2-125,-11 6 0,-6 0 79,2 0 1,-4 3 602,-5-2 1,-3 6-612,-9 2 1,-1 5 550,-3-1-760,-3 3 1,6 2 204,-3 3 0,3 3 1,5 6-1</inkml:trace>
  <inkml:trace contextRef="#ctx0" brushRef="#br0" timeOffset="2352">617 396 8440,'-5'-13'0,"3"6"0,-3 1 0,3 3 0,-2-1 0,3-6 0,-6 9 0,3-3-858,3-3 504,-5 5 465,6-9 44,0 10-87,0-4 1,4 7 28,0 7 0,5 0 119,-5 12 0,0 5 29,-4 7 1,0 9 240,0 7 1,-2 8-379,-2 8 0,-7 14 52,-5 7 0,-5 7-299,5-2 0,-5 2 302,5-7 1,-1 2-415,5-10 0,5-5-64,3-8 0,3-7 14,1-5 0,0-1 101,0-6 0,0-2-152,0-16 0,0 1-26,0-4 0,-2-5 107,-2 1 0,1-7 278,-5-2 1,1 0-322,-1-3 330,-3-4 1,4 0 0,-5-5-1</inkml:trace>
  <inkml:trace contextRef="#ctx0" brushRef="#br0" timeOffset="3228">666 285 7348,'-4'-9'-355,"0"1"0,0 4 1214,4-4-721,-5 5 126,3-8-116,-3 10 1,5-6-18,0 3 1,1 2-257,3-2 0,4 2 37,9-3 0,2 3 12,6-7 0,12 5 101,8-4 1,11 0-30,14-4 1,7-1-412,13 1 1,-2 0 413,2-1 1,-2 5-142,-2 0 1,2 5 125,-6-1 0,-6-2-19,-19 2 1,-9 0 100,-11 4 26,0 0 30,-16 0 111,-3 0 0,-14 0-13,-8 0 0,1-1 183,-5-3 0,5 1 295,-1-5-404,-3 5 0,6-4 67,-3 3-167,2 3 1,4-5-178,2 6-1,-2 0 7,7 0 1,-5 6 116,4 2 0,0 3-70,5 1 1,-2 6 20,-3 3 0,-1 9 61,-3 7 0,-3 7-66,3 9 0,-8 5 121,-4 7 0,-4 5-148,-5 8 1,3-2-291,-2 2 0,-1-7 259,5-1 0,1 0-180,7 4 1,3-7 23,-3-5 1,6-7 149,2-10 0,6-1 18,-2-3 0,2-8-67,-2 0 1,2-10 156,-6-2 1,4-6-42,-4 1 1,4-2 21,-4-2 1,1-4 451,-5 1-424,0-7 1,-6 8 105,-2-6 0,-9 1-147,-3 0 1,-10-3-71,-7 7 1,-9-1 74,-11 4 1,-17 2-275,-17 2 0,40-6 0,-2 1-343,-3 3 1,-3 1 0,-5-2 0,-2 1 164,-7 2 1,-2 1 0,-1-3 0,0 1 169,-2 1 0,0 1 0,0-1 0,1 0 87,0 3 0,2-1 1,10-2-1,2-1-991,6-3 0,3 0 1083,-24 13 0,26-10 0,19 6 0,8-1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7:36.113"/>
    </inkml:context>
    <inkml:brush xml:id="br0">
      <inkml:brushProperty name="width" value="0.06" units="cm"/>
      <inkml:brushProperty name="height" value="0.06" units="cm"/>
      <inkml:brushProperty name="color" value="#008C3A"/>
    </inkml:brush>
    <inkml:brush xml:id="br1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407 1765 7735,'0'-12'-1419,"-1"3"1279,-3 1 182,3 5 0,-5-4 45,6 3 0,0 2 9,0-7 22,-5 7-40,3-9 1,-3 8-3,5-5 0,0 4 55,0-5 1,0 5 19,0-4 0,0 4 112,0-4 1,1 4-106,3-5 0,-2 5 39,2-4 1,-2 4-63,3-4 0,-4 4 140,3-5-195,3 7 0,0-8-25,5 6 0,0-4-102,1 4 1,-1-1 162,0 5 0,2 0-122,3 0 0,-2 3 77,5 5 0,-3 1-29,3 7 0,-5 3 10,2 2 0,-4 2-50,0 2 0,-6 0 70,-3-1 1,1 1-7,-1 0 1,0-2-77,-4-3 1,-1 2 124,-3-5-175,-3-1 140,-5-3-133,-1-7 1,2-2 78,3-8 1,3-4-41,5-8 0,0-5 33,0-8 0,0 2-7,0-6 0,1 0 173,3-4 0,3 4-161,5 0 1,1 6 202,-1-2 0,0 5-104,1 3 0,-1 3 21,0 6 0,1 5-92,-1 3 1,5 4 16,-1 4 0,2 3-14,-2 5 0,-2 2-182,2 2 0,-2 2-175,-2 3 0,1 2 81,-1-2 0,-1 0-273,-3 0 0,-1 2 153,-3-2 0,-2-2-341,2 2 1,-3-5-34,-1 5 715,0-6 0,6 8 0,0-4 0</inkml:trace>
  <inkml:trace contextRef="#ctx0" brushRef="#br0" timeOffset="299">1098 1728 8335,'-12'-8'0,"-1"-1"439,1 0 0,0 3-180,-1 2 1,7 1-217,2-1 1,4 3-250,4-3 0,4-2 106,8 2 0,5-5-49,8 0 0,2-2 157,6-1 0,0 0-545,0-1 0,0 1 537,0 0 0,6-1 0,1 1 0</inkml:trace>
  <inkml:trace contextRef="#ctx0" brushRef="#br0" timeOffset="800">1740 1543 8343,'-13'0'-1144,"5"0"1345,0 0 0,5 1 149,-1 3 452,3-2-525,1 9 0,0-9 66,0 7 1,0-5 166,0 4 10,0-5 63,0 8 308,5-10-381,-4 4 32,5-5-483,-6 0 1,0-5 136,0-3 1,-6-3-266,-2-2 0,-1-3 38,0 0 1,-2-6-10,3 1 1,-3-6 122,-1-2 1,0-5-70,-1 1 1,2-6-481,3 2 0,3-2 196,5 6 1,0-2 26,0 3 1,1 1 120,3 7 1,4 5-191,9 2 1,-2 8-43,5 0 0,5 2-35,4-1 1,0 3 169,-5 5 0,1 0-139,0 0 0,-2 5-30,-3 3 0,1 3-257,-9 2 0,3 3 645,-6 1 0,-4 5 0,6-3 0,-4 5 0</inkml:trace>
  <inkml:trace contextRef="#ctx0" brushRef="#br0" timeOffset="975">1505 1481 8551,'-23'-4'-23,"1"-1"0,3-1-227,1 1 617,2 0 0,10 4-116,6-3 1,7 1-367,9-5 1,10 0 70,11-5 1,3 5-521,9 0 0,-1 0 84,10-5 480,0 1 0,3-6 0,1-1 0</inkml:trace>
  <inkml:trace contextRef="#ctx0" brushRef="#br0" timeOffset="1459">2356 1308 8382,'-11'-12'-4,"2"0"48,1-1 0,5 1-107,-1 0 1,9 1 138,7 3 0,2-6-93,7 6 0,3-6 129,5 6 0,5-7-138,-1-2 0,7 1 1,1 3 1,4 1 34,-3 0 0,3 4-111,-4-1 0,3 2-299,-7-1 1,-3 1-534,-9 3 933,-6 3 0,-1-5 0,-6 6 0</inkml:trace>
  <inkml:trace contextRef="#ctx0" brushRef="#br0" timeOffset="1675">2517 1025 8382,'0'-17'-262,"0"1"0,0 1-403,0 1 0,0 2 494,0-1 0,0 5 870,0 0 447,5 5 1,-2-1-256,5 8 0,-4 4-346,4 9 0,-3-2-439,3 6 1,0 3 99,4 5 0,1 4-510,-1-4 1,0 4-51,1-5 1,-1 5-313,0-4 0,1 1 134,-1-1 0,0-4-1036,1-1 1568,-6 1 0,9-6 0,-2 6 0</inkml:trace>
  <inkml:trace contextRef="#ctx0" brushRef="#br1" timeOffset="2225">3170 827 8062,'0'-16'-213,"0"-1"0,0 1 1755,0 4-617,0 5-446,0-4 22,0 10 87,0-5-710,0 6 1,-1 1-36,-3 4 0,3 1-147,-4 7 271,-1-1 1,0 0-170,-2 1 0,-3-1 42,3 0 0,1-3 117,-1-1 0,4-4 112,-5 4 1,5-5-71,-4 1 113,5-3-49,-2-1 1,6-1 109,3-3 1,4-3-91,9-5 1,2-1 13,6 1 1,-1 0-90,1-1 1,0 2 59,-1 3 0,1-1-30,0 4 0,-2 1 25,-2 4 1,-5 2 124,-8 2 1,-2 4-84,-6 9 1,-3-1 14,-5 9 0,-6-2 100,-11 10 1,1-4-125,-1 4 0,0-2 30,1 2 0,0 1-10,4-5 1,2 0-173,6-5 1,5-3 155,3 0-275,2-6 0,4-3 0,2-8 0,4-3-5,9-1 1,2 0-43,5 0 0,2-4-245,3 0 0,3-5 166,5 0 0,4-6 102,0-1 1,1-1-1232,0 5 1430,-4-6 0,10-1 0,-4-6 0</inkml:trace>
  <inkml:trace contextRef="#ctx0" brushRef="#br0" timeOffset="2701">3762 778 8528,'0'-25'0,"0"5"281,0-1 1,0 6-19,0-1 1,0 2 958,0 2-247,0-1 144,0 1-197,0 5-354,0 2-363,0 16 0,2-2-70,2 12 1,-3-1 0,3 5 1,2 0 91,-2-1 1,4 5-270,-4 0 0,5 1 41,-5-1 1,0-3-234,-4 3 0,4-7 100,0-2 0,0 1-54,-4 3 0,0-4 202,0-4 0,-1-6-1,-3-2 1,1-5-28,-5 1 0,-1-3 27,-3-1 1,0-5 11,-1-4 0,1-7 10,0-5 1,-5-2-271,1-2 0,-5-5 92,5-3 0,-5-2-36,5-2 1,1 0 158,7 0 1,2-4-12,6-1 0,3-3 216,5 4 0,7 1-140,14 8 1,8 1 31,8 7 1,9-1-30,3 0 0,4 12 123,0 4 0,4 7-40,-4 2 0,1 5 17,-13 3 0,-9 9-13,-15 3 0,-12 4-40,-8 0 0,-11 2-81,-6 3 1,-18-1 65,-16 4 1,-18-3-439,-14 4 1,-11 3 56,42-18 1,-1 1 0,-1 1 0,-1 0-445,-1-4 0,0 0 0,-2 2 1,-1 0 45,-4 1 0,1-1 698,1 1 0,-1-1 0,-2-1 0,-1 0 0,4 1 0,1 1 0,1 1 0,0 0 0</inkml:trace>
  <inkml:trace contextRef="#ctx0" brushRef="#br0" timeOffset="3460">1024 2493 7332,'-12'-13'-657,"4"2"792,-1 3 0,7-3 119,-2 3 0,2 1-102,2-1 1,2 4 51,2-5 0,-3 5-71,3-4 1,2 4-15,-2-4 0,5 5 71,0-1 1,1-2 101,3 2 1,-1-4-208,0 4 0,6-4-130,3 4 1,8-6-21,4 2 1,5-4 94,7-5 0,9 2-76,15-6 0,14-3-109,-35 10 0,2-1 0,4-3 0,1-1 85,2 3 0,1-1 0,1-2 0,0 0 71,0 2 1,1 1-1,2 0 1,2 0-148,6 0 1,0-1-1,-4 1 1,-1 0-256,1-3 1,0 1 0,0-1 0,-1 1 269,1-1 1,0 1-1,1 1 1,-1 1 71,0-1 0,0 1 0,-9 2 1,-1 0-183,-4 0 1,-1 0 0,45-12 104,-1 1 0,-9 4-67,-8 1 1,-20 5 275,-13-2 1,-11 2 362,-9-1 0,-2 6 57,-2-2 236,-4 2 0,-10 2-372,-3 0 1,-4 4 145,-4-5 1,-3 7-368,-5-2 0,0 2 252,-1 2 0,1-4-53,0 0-381,5 0-305,-4 4-147,10 5 1,-6 2 45,3 5 0,2-3 452,-2-1 0,-8 6 0,-2 5 0</inkml:trace>
  <inkml:trace contextRef="#ctx0" brushRef="#br0" timeOffset="3936">2504 2283 8329,'-1'-12'0,"-2"-1"-428,-1 1 1,-4 0-175,4-1 1366,-6 1 0,7 5-241,-5 3 1,4 3-93,-4 1 0,0 0-192,-5 0 0,-5 5-24,-2 3 1,-5 9-36,-4 3 1,-2 2 0,-6-1 1,1 2 107,3-2 0,-1 1-50,5-2 1,6-2-255,7-6 44,7 1 1,11-2 44,10-3 0,11-3 6,10-5 1,10-1 2,6-3 0,5-2-23,3-2 1,-2 3 33,-6 5 0,-3 0-112,-1 0 0,-7 0 87,-1 0 1,-8 5-33,-13 3 1,-5 7 70,-11 2 0,-8 5-7,-8-2 0,-10 4-211,-15 0 0,-3 1-244,-6 0 1,1-1-221,0 1 0,-1-4 276,1-1 1,9-5-1843,3 2 2140,14-9 0,5 3 0,13-4 0</inkml:trace>
  <inkml:trace contextRef="#ctx0" brushRef="#br0" timeOffset="4368">4392 1629 8491,'0'-16'-8,"0"-1"0,0 2 0,1 1 0,4 2 236,8 0 0,7 4-77,13-1 0,6 1-202,10-4 1,4 1 12,1 3 1,-1-3 47,-3 2 0,-7 4-142,-1 1 1,-7-2-344,-6 2 0,-6 0 475,-10 4 0,-7-5 0,0-2 0</inkml:trace>
  <inkml:trace contextRef="#ctx0" brushRef="#br0" timeOffset="4586">4712 1345 8491,'-19'-5'-572,"-3"-1"400,6-2 0,-1-1 888,5 5 1,4-1-170,-1 5 1,7 2 112,-2 2 1,2 3-98,2 5 0,0 0-28,0 1 1,6 0-197,2 4 0,3 2-67,1 6 1,2-1-249,2 1 1,4 4 107,4 0 0,-3 4-406,-1-5 1,0 5 224,0-4 1,-1 4-751,-2-4 1,-5 0 92,0-5 0,-1-1-174,-6-2 1,-1-3-86,-4-6 162,0 1 803,0-1 0,0-5 0,0-2 0</inkml:trace>
  <inkml:trace contextRef="#ctx0" brushRef="#br0" timeOffset="4835">5662 1000 8268,'4'-29'0,"0"1"1632,-1 0-532,-2 8-654,5 7 0,-1 10-117,4 12 0,-4 4 176,-5 12 0,0 5-101,0 3 1,0 7 82,0 1 1,0 8-432,0-3 1,0 4-398,0-5 1,0 3-1135,0 2 0,0 7 760,0 1 1,0 5 714,0-5 0,-5 2 0,-2 2 0</inkml:trace>
  <inkml:trace contextRef="#ctx0" brushRef="#br0" timeOffset="5686">0 1678 8485,'0'-31'-383,"2"2"0,0 3 229,3 1 1,0 6 592,-1 3 0,-2 2 156,2 2-251,2-1 380,1 1-331,0 0-229,-1 5 0,-2 3 108,0 8 0,1 3-22,-1 5 1,-1 7 34,5 6 0,1 5 43,3 7 1,0 11-99,1 6 1,-1 5 0,0 2 0,6 12-146,3 5 0,2 12 14,-11-41 0,1 1 0,-1 2 0,0 0-236,1 4 0,-1-1 1,2 0-1,1 0 227,-1-1 1,1-1-1,-1-1 1,0-1 30,11 43 1,-6-7-152,-2-9 0,1-8 222,-2-5 1,0-4-234,-3-8 0,-1-5 127,0-11 1,1-4 155,-1 0 0,0-6-162,1 2 1,-1-3 253,0-1 0,1-5-285,-1 1 0,-4-10 135,1 1 1,-1-8-189,4 0 0,0-2-9,1-2 0,-1-2-219,0-2 1,8 0 94,4-8 1,8 1-911,9-10 0,11 1 479,14-5 1,9-5-330,16-3 1,-44 17 0,2 0 355,4 0 0,0 0 541,-2-1 0,0 1 0,9-1 0,0-1 0,-3 1 0,-1 0 0,0 0 0,0 0 0,-1 0 0,0 1 0</inkml:trace>
  <inkml:trace contextRef="#ctx0" brushRef="#br0" timeOffset="6447">6032 186 8413,'-1'-18'-224,"-2"-1"0,-1 0 0,0 1 0,0 2 854,0-1 1,-1 1-309,5 3 0,0 1 247,0 0 293,0-1-66,0 6-452,0 2 0,0 6-20,0 3 0,2 9 129,2 7 1,-1 5-215,5 4 1,0 4 27,4 8 1,5 4-161,-1 8 0,2 1 118,-1 8 0,-2-2-116,5 10 0,-5 1-116,2 7 0,-5 4-30,-4 9 0,2-3-176,-6 2 0,0-2 151,-4-2 1,0-8 128,0 0 0,0-16-129,0 0 0,0-9 51,0-4 1,4 1 83,0-1 1,2-1 80,-2-3 1,3-2 140,5-6 0,0 0-146,1 0 1,-1-10 217,0-2 1,1-3-261,-1 3 0,0-6 4,1-3 1,-5-2 160,0-2-150,-5 1 0,2-5-8,-5 0 1,-2-5-432,-6 1 0,-6 1-45,-11-1 0,-6 2-22,-6-2 1,-6-1-487,-6 5 1,-12-1-2168,-4 1 2720,-18 9 1,1-9 0,-10 10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9:07.998"/>
    </inkml:context>
    <inkml:brush xml:id="br0">
      <inkml:brushProperty name="width" value="0.06" units="cm"/>
      <inkml:brushProperty name="height" value="0.06" units="cm"/>
      <inkml:brushProperty name="color" value="#008C3A"/>
    </inkml:brush>
    <inkml:brush xml:id="br1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86 2504 8347,'0'-8'-304,"-1"0"-794,-3-2 1575,3 5-267,-5-6 0,6 8-14,0-5-108,0 5 4,6-3 176,-5 6-124,4 0-14,-5 0-798,0 0 654,0-5 18,0 4 244,0-5-184,0 6 170,0 0-113,0-5 386,0 3-76,0-3-219,0-1 1,0 4-135,0-7 0,2 7 5,2-2 1,-3 1-199,3-1 199,-2 2-144,3-3 122,-3 5 0,3 1-145,-5 3 1,0-1 36,0 5 0,-4 0 67,0 5 0,-6-1 220,2 0 0,-2 1-131,2-1 1,-3-1 173,3-3 0,-2-1 38,2-3 335,-3-2-385,4 3 0,1-10-17,1-4 0,4-6-42,1-1 0,6-5-148,2 5 1,3-2 45,1 2 1,5 1-156,-1-6 1,6 7-81,-2 2 0,4 5 160,0 7 1,1 1-122,0 4 0,-5 8 131,1 12 1,-6 11-70,1 9 0,-6 4 42,-2 5 0,-5-2-113,1 5 0,-3-5 85,-1 2 0,0-8-6,0 0 0,0-13-43,0-5 0,2-8 55,2-12 0,-1-3-235,5-5 1,6-7 134,6-5 0,9-13-440,4-12 0,4-5 196,4-7 1,3-5-213,5 1 0,-4-6-704,1 1 0,-5-4 175,4-3 1088,-11 2 0,9-7 0,-9 5 0,2 1 0,-2-2 0</inkml:trace>
  <inkml:trace contextRef="#ctx0" brushRef="#br0" timeOffset="374">1036 1863 8167,'-24'-14'0,"-1"0"0,2 1 0,1 3 809,1 3 0,5-1-146,-5 4 0,2 0-121,-2 4 1,-2 5-138,2 3 1,2 9 56,-1 3 1,3 4-138,-3 0 1,5 2-156,-2 3 0,5-1 85,4 5 0,-2-2-121,6 2 1,0 1-231,4-5 0,1 0 147,3-5 0,5 1-437,7 0 0,3-6 205,6-3 1,4-6-98,-1-2 1,7-5 66,-2 1 0,-2 2-6,2-2 0,-4 0-12,4-4 1,-7 4 72,-2 0 1,-4 6 52,-8-2 1,-5 4-13,-3 5 0,-11 3-61,-9 9 0,-5-2 69,-12 6 0,0-1 142,-4 1 1,4-3 52,0-6 1,10-6 185,-2-5 0,9-8-108,0-9 0,3-10 185,5-10 0,3-12-90,5-9 0,5-10-142,3-7 0,3-4-150,2-3 0,4 6 177,4 5 1,2 6-584,2-2 0,1 2-91,3 7 1,-7 5-336,2 16 0,-3 10-482,-1 6 0,-2 5 1345,-5 3 0,-1 11 0,0 3 0</inkml:trace>
  <inkml:trace contextRef="#ctx0" brushRef="#br1" timeOffset="591">1542 1517 9169,'-4'-19'461,"-2"3"613,-1 2-195,-1 7 0,-4 13-217,0 10 1,3 13-516,1 8 0,0 7 114,-4 9 1,-5 5-206,1 8 1,-1-2-245,5 6 1,0-4-543,-1 4 1,5-6 584,0 2 39,5-14 0,-8 1 1,4-9-1</inkml:trace>
  <inkml:trace contextRef="#ctx0" brushRef="#br0" timeOffset="749">1258 1998 8520,'0'-37'-10,"0"7"730,0 6 1,2 2-254,2 9 0,8 2 203,9 7 1,2 3-143,2-3 0,3 8-670,1 4 1,5 7-77,-1 2 1,4 5-68,4-2 1,5-1-920,7 2 0,-2-6 200,2 1 1004,-2-2 0,4 4 0,1 1 0</inkml:trace>
  <inkml:trace contextRef="#ctx0" brushRef="#br0" timeOffset="1166">1986 1295 8389,'-1'-12'0,"-3"1"554,-5 3 0,-2-2-197,-1 6 1,4-4 594,0 4 0,-1 0-402,-3 4 0,0 0 8,-1 0-419,1 0 1,0 0-206,-1 0-10,6 0 256,2 5-344,5-3 0,1 7 101,3-5 0,3 2-151,6-2 0,3-3 39,1 3 0,3-2 95,-3-2 0,3 4 63,-3 0 0,3 4 19,-3-4 0,-1 6 179,-4-2 0,1 7-109,-1 2 0,-1 4 119,-3 0 1,2 8-86,-6 4 0,0 2 182,-4 2 0,-1 4-7,-3 1 1,2-1-101,-2-4 0,3-6-107,1-2 0,0-13-135,0-3 1,5-9 200,3 0 1,9-14-38,3-6 0,9-11-1276,4-6 1,4-8 545,4-5 1,-1 2-1886,5-1 2319,-5 0 1,2-4 0,-5-1 0</inkml:trace>
  <inkml:trace contextRef="#ctx0" brushRef="#br0" timeOffset="1533">2677 765 8389,'-13'-19'398,"-3"-2"199,0 9 0,-1-2 33,5 10 0,-1 0-153,1 4 1,0 0 168,-1 0 1,-3 7-153,0 5 0,-6 7 30,1 10 0,-2 1-184,-2 3 1,2 3-76,2-3 0,1 1-60,7-1 1,0 2-175,8-2 1,7-7 15,6-1 0,13-4-148,3-1 1,9-2-267,0-6 1,3-5 220,1-3 1,4 2-237,0-2 1,4 4 134,-4-4 1,0 4-105,-4-3 0,-4 4 41,0-1 1,-7 3 164,-1 2 1,-11 3 127,-10 1 0,-10 4-139,-6 0 1,-11 6 2,-10 2 0,-7-1 12,-1-8 0,-4-2 254,4-6 1,1-5-117,7-3 0,3-11 234,5-9 1,6-14 4,2-15 1,9-14-151,4-7 1,5-4 134,8 0 0,4 3-85,12 5 1,5-1-107,3 6 1,4 5 77,4 15 0,3 6-1246,5 7 0,2 6 1138,3 10 0,-4 8 0,5 7 0</inkml:trace>
  <inkml:trace contextRef="#ctx0" brushRef="#br0" timeOffset="1925">3664 333 8747,'-2'-20'0,"-1"0"540,-1 3 1,-1 6-301,1 7 1,1 2 23,-5 2 0,4 3 471,-5 5 1,-3 11-201,-4 14 1,-6 15-32,1 10 0,-6 8-272,-2 8 0,-5 9-279,1 4 0,3 2-454,1-3 1,7-1 414,1-3 1,12 0-1405,1-8 0,5-13 60,3-16-528,0-11 1958,5-9 0,2-24 0,5-9 0</inkml:trace>
  <inkml:trace contextRef="#ctx0" brushRef="#br0" timeOffset="2083">3145 950 8375,'-24'-32'0,"-1"4"-170,0 2 1,6 4 1098,3 5 1644,8 1-1796,2 14 1,13-3-294,5 5 0,8 1-496,8 3 1,4 2 143,5 2 0,0 3-651,0-3 0,5 3 376,4 2 0,3-1-352,4 0 0,8 1-221,4-1 0,4-1 716,-7-3 0,2 9 0,-8-4 0</inkml:trace>
  <inkml:trace contextRef="#ctx0" brushRef="#br0" timeOffset="2492">3824 506 8352,'-4'-36'374,"-2"3"0,1 5 538,-1 2 0,4 6-314,6 4 1,-2-2-162,7 2 0,-1-1-41,4 5 1,1 1-119,-1 3 0,2 2-198,2 6 1,-2 0-6,2 0 1,-6 3-100,-2 5 1,-1 2 241,1 10 0,2 1 3,-6 4 1,-1 3-96,-8 1 0,3 5-170,-7-1 1,1 3-489,-4 1 0,0-6 220,-1-2 0,2-3-130,3-1 483,3-6 187,5-1 0,6-14 58,7-8 0,9-4-160,6-13 0,11 1 67,-2-5 1,7 2-96,-3 2 1,-1 5 122,-8 7 1,-1 4-40,-7 5 1,-5 3-174,-2 5 1,-9 6-4,-4 10 1,-4 1-211,-4 0 1,-7 3-671,-5 1 1,-5 4 461,5-4 0,-5 0-1195,5-5 0,-5 0 122,5-4 1485,-1 3 0,-1-9 0,-1 4 0</inkml:trace>
  <inkml:trace contextRef="#ctx0" brushRef="#br0" timeOffset="2875">4317 210 8281,'-16'-6'0,"-2"0"0,0-1 787,0 3 0,2-2-394,4 2 0,1 1 809,2 7 1,-2-1 163,3 5-1009,3 1 1,-1-1-109,6 0-344,0-5 0,11 1-115,6-8 1,5-7 211,2-6 0,2-5-117,3 2 0,-3-2 10,3 1 0,-3 2 63,-1 3 0,-5 6 31,1-2 0,-6 4 175,1-1-84,-2 4 1,-3 8 33,-3 5 0,-2 7 100,-6 14 1,-2 4-84,-2 8 0,-3 3 131,-5 5 1,0 0-91,-1 1 0,1-1 182,0 0 0,3-1-112,1-3 1,5-5 161,-1-11 1,6-6-55,6-10 0,6-9 35,10-8 0,12-16-259,5-17 0,18-12-186,11-13 1,-32 31 0,2-1-933,3-3 0,0 0 0,0 4 0,-1-1 473,0 1 1,-1 1 0,38-25 518,-5 10 0,1-1 0,-5 9 0,-5 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9:12.03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38 184 7067,'-8'-11'-168,"0"3"1,5-3 293,-1 2 0,-2 3 0,2-3 210,1 0 1,2 2-61,1-1-26,0-1 0,0-3 97,0 0 238,0-1-161,0 1 327,0 0-411,0-1 1,0 5 158,0 0-195,0 5 1,0-1-62,0 8 1,0 5 14,0 7 1,5 3 4,4 6 1,3 1 19,4 3 0,-2 8 34,3 8 0,-2 8 6,1 5 1,-1 13-169,6 7 1,-5 11-151,5 6 0,-1 2 23,-8-47 0,1-1 0,10 41 69,-2-7 0,2-7-201,-2-14 1,-2 1 87,1-9 0,-4-8-21,0-9 0,-2-5-3,-2-8 1,4 1-126,1 0 0,-2-6 71,-7-3 1,3-6-124,-3-2 0,-1-4 268,1 4-289,-5-5-236,3 3 0,-5-6-240,3 0 58,-2 0-415,3 0-440,-5 0 812,-5 0 1,2-2 698,-5-2 0,-1 3 0,-3-5 0</inkml:trace>
  <inkml:trace contextRef="#ctx0" brushRef="#br0" timeOffset="359">149 1541 8330,'-12'-4'0,"-1"-2"1092,1-1-641,0-1 0,5 0 521,3 0-490,2 5 1,8-7-169,2 6 0,4 0-3,5 4 0,-2 0-19,5 0 0,1 5-55,4 4 0,-2-2 23,-3 1 0,4 0-86,-4 4 1,2 5 85,-1-1 0,-2 1-170,-3-5 0,-2-1 62,3-3 1,0 3-77,0-3 0,-1-2 42,-3-2 0,-1-4-103,0-4 0,1-8-89,-1-9 1,4-13 51,1-7 0,5-7-768,-2-6 0,4-2 390,0-6 0,1 6-981,0 3 1,1 3 185,3 5 1,-8 15 1194,4 13 0,3 4 0,3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9:14.51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74 2170 8433,'-1'-12'0,"-2"-1"-99,-1 1 0,-1 0 227,1-1 0,2 5 569,-2 0-573,3 5 0,-1-2 240,-2 5-361,3 0 0,-9 1 205,6 3-129,-5 3 1,6 4 184,-5-3-230,5 3 51,-3-10-68,6 5 0,0-12 40,0-2 0,2 0 27,2-4 1,3 2-116,5-6 1,2 2 96,2 2 1,-2-1-92,2 1 0,2 1 61,-1 3 0,0 2 8,0 6 0,-3 2 64,2 2 0,-4 9 4,-3 12 1,0 5 83,-5 7 1,0 8-134,-4 1 1,0 4 141,0-4 1,-4 0-87,0-1 0,-4 1-65,4-9 1,0-3 54,4-9 0,1-8-324,3-4 0,4-6-161,9-7 1,3-7-188,9-6 0,4-6 281,8-10 1,3-3 110,5-10 1,1 3-104,-1-7 43,-5 1 1,4-10-1,-4-1 1</inkml:trace>
  <inkml:trace contextRef="#ctx0" brushRef="#br0" timeOffset="341">815 1701 8433,'-10'-27'-450,"-2"2"0,-3 3 1373,2 10 1,1-1-260,0 1 0,-5 5-112,1 3 0,-1 3-158,5 1 0,-2 1 73,-2 3 0,2 7-184,-2 6 0,-2 1-1,1-2 1,5 2-232,4 2 1,1 2 133,-1-5 1,4 3-267,8-3 0,2 3 89,7-3 0,1-1-39,2-4 0,3 1-11,6-1 1,0 0-200,-1 1 1,5-1-47,0 1 0,0 0-44,-5 4 0,5-4 27,0 4 1,-2 1 220,-6-2 0,-1 1 40,-7-5 1,0 4-58,-9 1 1,1-1 61,-5-3 0,-3-7-113,-5-2 1,-1-2 7,-7-2 0,-2-3 43,2-5 0,-1-7-6,5-14 1,0-2 158,-1-6 0,2-2-91,3-2 0,-2 3-56,6-3 1,0 2-18,4 2 1,0 2 19,0 2 1,0 2 99,0 7 1,2 5-229,2 2 0,3 9 30,5 4 189,0 2 0,6 2 0,1 0 0</inkml:trace>
  <inkml:trace contextRef="#ctx0" brushRef="#br0" timeOffset="540">1456 1257 8433,'0'-19'1330,"0"-4"-362,0 9-345,-6 2 0,1 13-208,-3 11 0,-3 7-220,3 10 1,-8 7-422,0 5 0,0 10 267,3-2 1,1 7-376,0-2 1,-1-1 268,1-4 0,4-3-1070,-1-1 1,5-5 503,-4 1 1,5-10 630,-1-6 0,-3-6 0,1-7 0</inkml:trace>
  <inkml:trace contextRef="#ctx0" brushRef="#br0" timeOffset="665">1209 1738 8433,'0'-25'0,"0"1"231,0-1 1,2 0 38,2 1 0,3 3 0,5 1 0,4 6 82,1 2 0,5 1 64,-2 7 0,4-1-684,0 5 1,2 6 264,3 2 1,-2 7-1053,6 2 1,-5 5 1054,1-2 0,2 3 0,1 2 0</inkml:trace>
  <inkml:trace contextRef="#ctx0" brushRef="#br0" timeOffset="1125">1789 1146 8424,'-12'-12'-439,"3"-1"594,1 1 0,5 4 1371,-1 0-224,3-1-358,1-3-164,0 0-208,0 5-506,0 1 1,0 8 71,0 2 0,-1 4 147,-4 9 1,3-4-267,-6 4 0,3 1-402,-3-2 1,5 5 27,-1-5 0,-1 2 177,1-2 1,0-2-269,4 2 370,0-2 270,0-7 1,9-2-66,4-5 0,7-2 97,1-7 1,2 1-69,2-8 1,-1 2-51,1 2 1,-4-1 137,-1 1 1,-1 5-125,2 3 0,-3 3 146,-6 1 0,0 1-63,1 3 0,-5 4-64,0 9 1,-5-2 0,1 6 0,1-1-242,0 5 0,-1-1-75,-4 1 1,4-2-233,0-2 0,4-3 34,-4-6 1,10-1 152,-2-3 1,6-5-824,3-11 0,1-6 388,10-11 0,5-9-1277,5-3 1932,4-8 0,-2-4 0,5-8 0</inkml:trace>
  <inkml:trace contextRef="#ctx0" brushRef="#br0" timeOffset="1475">2566 566 8424,'0'-24'0,"-1"0"0,-2 4 583,-1 3 1,-6 9-86,2 4 0,-3 3 394,-1 1 0,-2 2-257,-2 7 0,1 4-41,-6 12 0,2 1-159,-2 3 1,-1 1-167,6 3 0,1 1-136,7-5 0,2 4 169,6-4 1,0 3-357,0-3 0,6 0 129,2-4 0,8-5-324,5 1 1,2-6-74,2 1 0,1-2-191,3-2 0,-3-3 47,2-1 0,-2-4 138,-1 4 1,-2-5 10,-2 1 0,-2-1 91,-2 1 0,-9-1 66,0 5 1,-5-3-46,-3 8 1,-6-4 152,-2 8 0,-8 1-8,-5-2 1,2 5 175,-2-5 0,2 0-13,-1-3 0,-2-5 214,5 0 1,1-6-116,3-2 1,5-7-116,0-10 1,5-7-41,-1-9 1,4-10 36,4-6 1,4-7-263,9-10 0,1 7-167,2-3 1,5 9-210,0-1 0,1 5-489,7 4 1,-5 8 67,5 8 975,0 8 0,4-2 0,0 4 0</inkml:trace>
  <inkml:trace contextRef="#ctx0" brushRef="#br0" timeOffset="1717">3343 122 8625,'0'-24'0,"0"-1"379,0 0 0,0 6 2103,0 3-1769,0 7 0,-1 5 65,-3 8 1,1 5-251,-5 7 0,-2 10-141,-6 11 0,1 7-76,-6 9 0,5 4-313,-5 4 0,6 0-69,-1-4 0,-1 3-25,5-2 0,-6 5-1422,10-1 0,-5-3 720,9-10 0,-4-1-1091,4-3 1,0-5 1888,4-11 0,-11 0 0,-3-10 0</inkml:trace>
  <inkml:trace contextRef="#ctx0" brushRef="#br0" timeOffset="1858">3047 492 8442,'0'-31'0,"0"2"-1,0 3 1,6 7 1311,2 2 1,4 5-509,5 4 0,3 2-366,9 6 0,-2 3-252,6 5 0,0 6-95,4 11 0,4 3-414,0 1 0,7 5 318,2-1 1,-1 3 5,4 1 0,4 5 0,-1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39:18.494"/>
    </inkml:context>
    <inkml:brush xml:id="br0">
      <inkml:brushProperty name="width" value="0.08" units="cm"/>
      <inkml:brushProperty name="height" value="0.08" units="cm"/>
      <inkml:brushProperty name="color" value="#008C3A"/>
    </inkml:brush>
    <inkml:brush xml:id="br1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74 949 9014,'-8'-6'-109,"0"-2"1,5 1 631,-1-1 0,1 4-134,-1-5 1,3 5-59,-3-4 0,2 4-166,2-4 1,2 4 430,2-5-523,-3 1 0,9 0 123,-6 0 0,1 5 91,-1-1-281,-2-3 43,3 6 0,-5-3-197,0 8 1,-1 1 189,-3 3 1,1 3-21,-5-2 1,0 2-8,-5 1 0,5-5 211,0-3 1,4 1 125,-5-1 64,7 1-311,-4-5 1,6-2 78,0-2 1,0-3-128,0-5 0,4 0 63,0-1 0,10 1-188,-2 0 0,4-1 183,-4 1 1,4 4-243,1-1 1,1 7 208,-2-2 1,-2 2-20,2 2 0,-2 7 15,-2 5 0,-1 8-52,-3 8 1,-2 5 184,-6 8 1,0 3-121,0 6 0,-6 3 125,-2 0 1,-3 0-40,-1-8 0,5-3-104,3-5 0,3-3 217,1-5-221,0-5 1,2-18-126,7-1 1,4-5 97,12-5 0,5-8-211,3-12 1,4-5 118,4-7 1,3-4-898,5 0 1,-5-5 414,-3 5 1,-2 0 521,-2 4 1,0-5 0,0-2 0</inkml:trace>
  <inkml:trace contextRef="#ctx0" brushRef="#br1" timeOffset="476">839 406 8527,'-12'-19'0,"5"-1"441,3 4 0,-2 2 12,2-2 0,0 1 59,4-2 0,0 8-155,0-4 0,0 4 116,0-4 0,0 5 164,0 0-106,0 5-460,0-2 0,-1 5 127,-3 0 1,1 1-249,-5 3 1,-1-1 78,-3 5 1,0 0-208,-1 5 1,1 0 77,0 4 0,-2-2 149,-2 6 1,2-5-93,-3 5 1,0-2-173,0 1 1,1 4 404,3-4 0,2-1-111,3 2 0,-3-2 112,3 2 1,2 2-132,2-2 0,-1-2-39,1 1 0,0-5 63,4 2 1,4-4-81,0 0 0,7-2-15,1-3 0,2-3-21,6-5 1,5 0-74,4 0 0,5-1 65,-1-3 1,-1-1-2,0-4 0,-3 0 29,4 5 1,-5-1 139,0 5 0,-3 0-83,-4 0 0,-2 2 206,-3 2 0,-8 3-5,1 5 0,-7 6-101,-2 3 0,-9-1-118,-4 5 1,-7-3 73,-1 6 0,-2-6-495,-2-1 1,1 0 208,-1 3 0,2-1-706,2-2 1,3-3 395,6-6 0,5-4-204,3 1 308,3-7 0,2 1-1137,3-11 1,8-2 1527,9-10 0,8-6 0,2-6 0</inkml:trace>
  <inkml:trace contextRef="#ctx0" brushRef="#br1" timeOffset="784">1369 60 8588,'-17'-19'614,"-4"3"1,3 6-54,2 2 1,-2 5 51,2-1 0,-1 4-18,5 4 1,-1 4 8,1 9 0,0 3 26,-1 9 0,1 1-172,0 3 1,-1 7 6,1-3 1,5 4-181,3 0 1,3-2-255,1 2 0,7 1 205,5-1 1,6 5-486,6-5 0,2 0-5,3-4 0,3-7-279,5-5 0,5-8 136,3-8 1,-1-4 164,2-5 1,-7-11 33,2-5 0,-4-8 60,-4-4 1,-4 0 107,-8-5 0,-9 6-91,-8-2 0,-4 4 72,-4 5 1,-14 2-265,-11 6 1,-8 5-380,-8 3 1,-6 15-858,-10 9 0,-1 12 1549,0 13 0,1 6 0,-1 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5:59.90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581 2072 8236,'0'-24'24,"0"2"1,0 2 0,1-1-1,2 2 510,1 3 0,1-1-299,-1 5 0,-2-3 129,2 7 1005,3 2-265,-6 1-577,5 5 0,-13 9-247,-6 3 1,-4 13-37,-8 0 0,-7 8-218,-5 0 1,-1 2 80,-7 2 0,1 2-308,-1 2 1,-3-3 142,2 3 0,8-8-156,1-4 0,8-3 89,1-1 0,1-6-37,3-3 0,9-8 90,2-3-5,9-4 217,-1-1 1,5-1-85,0-4 0,1 3 83,3-7 0,-1 3-58,5-3 1,-1-2 181,1 3 1,2-3-106,-6-1 1,4 4 105,-4-1 1,5 5 198,-5-4 114,0 5-264,-4-2-135,0 5 0,0 11-234,0 5 0,-4 8 121,0 4 1,-6 9-45,2 9 0,2 2 99,2 1 1,3 4-232,1 1 1,1-6 25,3-7 1,7-4-92,6-4 1,3-4 205,-3-9 0,5-3-15,-2-9 1,4-3-79,0-5 0,1-1 57,0-3 0,-1-3 195,1-5 1,0 2-111,-1-2 1,2 4 44,3-5 1,-3 1-114,3 4 1,-7-2 10,-2 2 1,0 2-108,0 6 0,-2 0 71,-6 0-15,-5 0 0,-1 7 25,-6 6 0,0 0-82,0 8 1,-6-5-161,-2 5 0,-7-1-312,-2 5 1,1 0-91,4-1 0,-1-4-381,1-4 0,1-2-1423,3-2 1790,-3-5 1,9-3-253,-2-8 1,8-4 115,5-9 798,2-7 0,12-8 0,3-5 0</inkml:trace>
  <inkml:trace contextRef="#ctx0" brushRef="#br0" timeOffset="400">741 2158 8094,'4'-25'-27,"0"1"0,2 3-12,-2 0 1,-2 6 316,7-1 1,-7 2 165,3 2 0,0 4 457,-1-1-282,0 7-235,-4-4 0,-1 8-104,-3 2 1,1 3 141,-5 5 1,0 7-57,-5 6 0,5 6-72,0 10 0,0-1-67,-5 5 1,5 3-106,0 2 1,5 2-357,-1-7 1,3 3 241,1 1 1,5-1-601,3-3 0,7-3 330,2-10 0,5-7-48,-2-8 1,-1-9 127,2-4 1,-5-10 88,5-6 1,-6-7-2,2-10 0,-4-1 46,0-3 1,-7-1 37,-1 5 1,-4-4 130,-1 4 0,-6 6-159,-2 7 0,-7 3 39,-1 5 0,-6 4-7,1 8 1,-2 6-236,-2 10 0,5 2-711,-1 11 952,6 0 0,-8 9 0,4 2 0</inkml:trace>
  <inkml:trace contextRef="#ctx0" brushRef="#br0" timeOffset="725">1345 1813 8150,'-8'0'-81,"0"0"0,-2 0 54,-1 0 0,3 0 27,0 0 0,4 1 907,-4 3 0,1 8-288,-2 9 1,-2 8-539,3 4 0,-3 8-226,-1 4 1,0 3-173,-1 1 0,1 1-74,0-1 0,1-5-376,2-3 1,0-10-462,5-6 1228,0-6 0,-7-1 0,-3 1 0</inkml:trace>
  <inkml:trace contextRef="#ctx0" brushRef="#br0" timeOffset="891">1012 2158 8150,'-11'-30'269,"7"4"194,-8-3 1,8 8-14,0 5 0,9 2-78,7 2 1,6 1-146,7 3 0,5 2 44,3 6 1,7 2-145,1 2 0,4 7-32,-4 5 1,0 6-189,-4-1 1,3 2-51,-3 2 0,-1 3-408,-8 1 0,-1 0-600,1-4 1,4-5 551,1 1 0,-2-6 599,2 1 0,0-2 0,4-2 0</inkml:trace>
  <inkml:trace contextRef="#ctx0" brushRef="#br0" timeOffset="1375">1962 1529 8062,'-19'-13'-193,"2"1"0,4 1 457,0 3 1,1-2 435,0 6 0,3-1-185,1 1 1,0 2-213,-4-2 1,-1 3-223,1 1 0,-4 0 114,-1 0 1,1 4-235,3 0 1,5 4-120,0-4-156,5 0 306,-2-4 0,12-1 17,5-3 0,3-3 193,10-5 1,-3-2-129,6-2 0,2 1 32,-1-6 1,6 5-29,-3-5 1,-3 7-154,-4 2 1,-2 5 154,-6 7 1,3 2-10,-3 2 1,-6 9 8,-7 12 0,-3 5-33,-1 7 0,-5 7-33,-4 5 1,-3-3 19,-4 3 1,2-7-63,-3 4 0,4-7 80,0 2 1,7-8-90,1-4 1,4-8 161,1-5-65,0-2 0,7-7-88,5-3 0,2-4-104,7-4 0,3-7-74,5-6 0,4-5 130,-4 2 1,1-3-428,-1-2 0,1 0 158,3 1 0,-3-1-705,-6 0 0,0-4 316,-4 1 0,2 2-114,-5 1 848,-6 8 0,0-11 0,-5 8 0</inkml:trace>
  <inkml:trace contextRef="#ctx0" brushRef="#br0" timeOffset="2226">2246 1183 8070,'-19'-8'4,"2"0"1,3-2 445,2-1 1,0 3-44,-1 0 0,5 4 3,0-4 0,4 5-141,-4-1 0,-1 2-63,-3 2 1,0 2 32,-1 2 1,-3 4-8,0 9 0,-5 2-103,5 5 0,-2 1 91,1 0 1,4 5-208,-4 3 0,-1 1 30,2-1 0,1 1 8,7-5 1,-3 1 47,2-1 0,4-7 41,1 3 0,2-9-3,2 0 0,2-2-20,2-1 1,4-1 76,9 0 1,-4 1-43,4-1 0,1 4-96,-2 1 1,5 3 90,-5-3 0,0 5-225,-3-2 0,3 4-7,1 0 0,-1-3-115,-4-1 0,5-5 79,-1 2 1,2-3-119,-1-2 0,-2-5 136,5-3 1,-3-10 2,3-6 1,5-2 158,4-6 1,-1-1 7,-3-3 1,-4 4 127,-1 4 1,-5-1-150,2 5 0,-4 1 347,0 7-320,-1 3 1,-1 1 26,-3 8 1,-2 4 11,-6 5 0,-2 2 13,-2 6 0,-4 3-271,-8 1 1,1 1 24,-6-1 0,2-3-619,-2 3 0,-1-3 164,6-1 0,-1-8-654,5-4-27,0-1 477,-1-11 0,7-6-689,1-12 1469,10-4 0,7-15 0,7-2 0</inkml:trace>
  <inkml:trace contextRef="#ctx0" brushRef="#br0" timeOffset="2567">2616 1122 8156,'-18'-18'224,"4"6"55,-2-1 0,2 1-37,2 4 1,1 1 825,3-1-524,-3 5 0,8-3-165,-5 6 0,4 6 54,-5 2 1,1 4-114,-4 5 0,-1 8 99,1 7 0,0 5-171,-1 5 1,2 6-42,3 5 1,3 2-101,5-2 0,0-2-235,0 2 0,11-7-446,5-5 0,10-8 351,3-5 0,4-7 117,-4-5 1,4-7 55,-5-5 1,5-4-805,-4-4 1,-2-9 405,-6-7 1,1-3 383,-6-2 1,-3-4 296,-5 0 0,-5 0-143,1 5 0,-8 1 28,-5 2 0,-7-1-56,-5 6 1,1 1-556,-5 6 1,3 4-60,-6 5 1,-4 7-299,-1 5 0,-1 6 850,1 6 0,-3 12 0,5 2 0</inkml:trace>
  <inkml:trace contextRef="#ctx0" brushRef="#br0" timeOffset="2935">3171 776 8049,'-6'-12'112,"-2"1"1,-3 3 546,-1 4 0,5 4-361,3 4 0,-2 8-37,2 9 0,-1 3-187,1 5 1,-2 7 114,-2 5 1,-3 7-326,3 1 0,1 3 105,-1 10 1,1-7-1281,-1 7 1169,2-9 1,1 2-1,-2-6 1</inkml:trace>
  <inkml:trace contextRef="#ctx0" brushRef="#br0" timeOffset="3117">2776 1109 8075,'-12'-24'6,"1"-1"-4,3 0 0,5 6 0,11 3 0,7 6 1390,14 2 0,3 5-610,5-1 0,6 4-592,7 4 1,0 4-187,8 9 0,-6-2-361,2 6 0,-8-1 47,-1 5 0,-4-5-244,5 1 0,-7-1-380,3 5 0,-4-4 934,-1-1 0,11 1 0,3 3 0</inkml:trace>
  <inkml:trace contextRef="#ctx0" brushRef="#br0" timeOffset="3593">3714 505 8083,'0'-12'-157,"0"-1"157,0 1-229,0 0 1,0-1-34,0 1 967,0 0-386,0 5 1,-6 1-192,-2 6 0,-3 6-62,-1 2 0,-5 4 8,1 5 0,-5-3 81,5 2 1,-5-2-66,5-2 1,3-1-217,5-3 149,5 3 0,-2-11 32,5 0 0,7-5 48,5-8 1,6-4 127,7-4 0,5-2 91,3-2 1,-2 4-62,2 1 0,-1 5-117,0-2 0,-3 9 32,-8 4 0,1 3-149,-6 1 0,-1 9 22,-7 4 0,2 11-98,-6 1 1,0 9 49,-4 3 0,-5 0-96,-3 4 0,-3 2 69,-2-2 1,5 1 54,0 0 0,1-5-100,-1 0 0,2-6 78,6-6 1,0-5 293,0 1-302,0-12 0,6 2 6,2-11 1,4-5-53,5-3 1,-2-5-127,5-3 0,1 1-20,4-6 1,-1 2 126,1-1 0,0-2-439,-1 5 1,1-3 162,0 3 0,1-3 342,2 3 0,-1-5 0,3 3 0</inkml:trace>
  <inkml:trace contextRef="#ctx0" brushRef="#br0" timeOffset="4001">4256 308 8194,'0'-30'262,"0"5"0,0 2-61,0 6 1,6-2 961,2 7-538,3-9 1,1 10-210,1-5 1,-2-1-66,-3 9 1,1 1-75,-4-1 0,-1 4 386,-4-4-291,5 5-277,-3-3 1,-2 6 22,-9 0 0,-3 6-172,-4 2 0,0 8-191,-4 5 0,-1-2 135,-3 2 0,-1-1-76,0 5 0,1 4 144,-1 0 0,2 1 66,2-2 1,1-1 27,7 1 0,-2-6 21,7-1 0,2-2-47,2 2 1,4-4 14,4-4 1,5-2 200,7-3 0,2 1-117,3-4 1,2 3 170,-3-4 0,8 1-117,1 0 0,-1-3-13,-3 6 0,-2-1-93,-2 2 1,1 2-61,-6-3 0,5 1-10,-5 0 0,1 2-213,-5-3 1,-4 1-142,0 0 1,-5 2 150,1-3 1,-2 4-312,-2 5 1,-3-4 129,-5 4 1,0 2 122,-9 1 1,-2 0-238,-2 0 1,-2-3-487,-2 3 0,2-5 535,3 2 0,-2-5-3,5-4 449,1-2 0,3-1 0,1 2 0</inkml:trace>
  <inkml:trace contextRef="#ctx0" brushRef="#br0" timeOffset="4318">4762 197 8191,'0'-37'0,"0"5"322,0 3 1,0 7 11,0 2 0,0 5 146,0-2 0,0 8-192,0 1 0,-5 5 99,-4-1 1,-2 8 72,-1 4 1,-2 4-96,-2 5 1,-2 7 249,-2 9 1,-2 4-143,5 4 1,-2-2-146,7 2 0,-2 1-181,10 0 0,0 0-173,4-1 1,2-7 143,7 3 1,4-6-69,12 1 1,7-5 210,5-3 1,0-6-118,4-10 0,-3-2-431,-1-6 1,0-6 105,0-2 0,-7-10 269,-5-6 1,-11-1-23,-10-4 1,-3 3 33,-1 1 1,-7 6-340,-5 3 0,-11 8-578,-10 3 0,-6 5-259,-6 5 0,-3 14 1076,-14 14 0,-7 19 0,28-21 0,1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6:07.238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402 235 8250,'-12'-4'0,"-1"-2"-1160,1 0 1388,-6 3 1,3-3 0,-4 6 61,1 0 1,-4 7-25,2 6 1,-4 0 102,0 8 0,3-1-154,0 5 0,5 4-91,-5 0 0,6 5 81,-1-1 1,8-3-193,4-1 0,4 1 40,4-1 1,4-1-161,8-3 0,4-6 105,4-2 1,2-4-22,3 0 1,3-6-116,5-3 0,0-3 90,0-1 0,-4-7-127,-1-5 1,0-2 107,1-6 0,-3 3-54,-5-3 1,-6-1 84,-3-4 0,-7 2-10,-5 3 1,-10 3-74,-6 9 1,-12-2-127,-8 6 0,-14 1 56,-3 8 1,-9 7 97,1 8 0,-2 4-168,1 0 1,5 1 127,8 0 1,9-1-212,11 1 1,8-2 340,8-2 1,9-3 0,7-6 0</inkml:trace>
  <inkml:trace contextRef="#ctx0" brushRef="#br0" timeOffset="400">797 99 10846,'0'-16'0,"0"-1"-85,0 2 0,-4 2-108,-1 0 69,-4 7 0,2-4 274,-5 6 1,3 0 101,1 4 0,0 0-115,-4 0 0,-1 5 251,1 3 0,-2 5-139,-2 3 0,4 3 53,-1 6 1,1 0-72,4-1 0,1 1 52,-1 0 0,5-1-64,-1 1 0,2-4-78,2-1 1,0-3-66,0 3 0,6-9-365,2 1 1,8-3 136,5-1 0,2-3-85,2-5 0,4 0 113,0 0 1,5-1 138,-1-3 1,2 1-374,2-5 0,0 0-488,0-5 0,-1-3 344,-3 0 1,-3 0 603,-5 8 0,-1-8 0,1 2 0</inkml:trace>
  <inkml:trace contextRef="#ctx0" brushRef="#br0" timeOffset="566">834 247 11164,'-13'-6'-742,"5"0"1185,0 6 79,5 0 0,3 1-34,8 4 0,3 3-138,2 8 0,-1-1 63,0 6 0,6-5-277,3 5 0,-2-2-245,1 2 0,1 1 180,4-6 1,-2 9-250,-2-5 0,2 8-1325,-3-4 1,0 2 333,0 7 1186,-5 0 1,9 4 0,-5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6:12.365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0 722 9857,'0'-32'0,"0"3"-614,0 3 1,0 6 771,0-1 1,6 6 807,2-1 1,3 1-655,1-2 1,5 3 33,-1-2 0,6 0-237,-1 3 0,2-2 136,2 7 0,-5 2-250,1 2 0,-6 4-62,1 4 0,-3 3 61,-5 6 1,-2 4-89,-6 4 1,-2 2-100,-2 2 1,-3-4 77,-5-1 1,-2 1 97,-2 3 0,2 0 134,-2-4 0,3 2-86,5-5 1,-2-1 199,6-4 1,0 1 312,4-1-228,0 0 0,11-5-164,6-3 1,10-2-31,6-2 1,8 0-8,4 0 1,2 0-33,-2 0 1,2 0-82,-6 0 0,-6 0 120,-6 0 1,-4 1-261,-5 3 0,-3 3-56,-9 5 0,-4 5-76,-8-1 0,-10 6 147,-10-1 0,-6 2-164,-7 2 1,-6 1-562,-2 3 1,-2 1 351,2 3 0,4-3-264,8-6 0,4-4 810,9-4 1,-4 3-1,5 0 1</inkml:trace>
  <inkml:trace contextRef="#ctx0" brushRef="#br0" timeOffset="217">926 376 13217,'-6'-30'-735,"3"8"567,-5-2 0,5 11 1239,-1 1-235,3 8-528,-5-2 0,4 12 340,-7 2 0,0 7-151,-8 1 0,4 8-220,-4 0 0,-1 3-203,2 5 0,-2 1-84,2 4 1,2-4-526,-2 0 0,6 0 656,2 4 26,0-5 0,-5 9 0,1-3 0</inkml:trace>
  <inkml:trace contextRef="#ctx0" brushRef="#br0" timeOffset="392">469 598 13219,'13'-24'318,"-1"-1"0,2 3 132,2 6 1,3 1 256,6 10 1,4 1-391,-1 4 1,5 7-188,-4 5 1,5 2-423,-1 7 0,-1-5 141,1 5 1,-5-1-687,5 5 1,0 1 261,4 3 0,-4-3-331,0 3 1,-6-3 753,2-2 0,-3 1 0,-1 0 1</inkml:trace>
  <inkml:trace contextRef="#ctx0" brushRef="#br0" timeOffset="801">1185 265 14309,'-11'-35'-871,"2"2"1,5 4 708,3 3 1,2 5 104,3 1 1,7 1 940,6-2 1,-1 3-340,-3 6 0,-1 4 62,0-1 1,1 5-336,-1-4 1,-4 7-392,0 1 1,-3 5 39,3 8 0,-1 0-160,1 4 0,1 2 131,-4 6 0,-1-1-218,-4 1 0,0 4-93,0-1 1,0 3 92,0-3 1,0-2 159,0 3 1,-4 1 99,-1-1 0,1-4 386,4-5 0,0-5 6,0 2 0,4 1 120,1-2 1,5-5-197,3-7 0,6-2 172,10-2 1,-2 0 179,6 0 0,0 0-74,4 0 1,0 0-44,0 0 1,-5 0-118,-4 0 0,-8 5-336,-8 3 0,-5 3-198,-7 2 1,-3-1-366,-5 0 1,-11 6-201,-14 3 1,-8-2-995,-5 1 1,4 1 1770,1 4 0,-3-1 1,0 1-1</inkml:trace>
  <inkml:trace contextRef="#ctx0" brushRef="#br0" timeOffset="1151">309 1449 12820,'1'-12'562,"3"0"0,9-1 209,7 1 0,17-6-321,13-2 1,11-5-404,17-4 0,-31 13 1,1-1-313,7-3 0,1-1 1,4 0-1,2-2 273,5-1 1,2-1 0,-3 0 0,1 1-222,-4-1 0,1 0 1,0 3-1,-1 1 236,-3 0 0,0 0 0,1 0 0,0-1 0,0 0 0,1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6:11.632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100 482 8438,'-25'1'0,"2"2"-752,2 1 1093,3 5 211,6-2 0,12 0-269,8-3 1,10-5-149,11-7 1,4-6-19,8-11 0,3-5-25,5-3 1,0-2-165,1-2 1,-1 0-19,0 0 0,2-1 226,2 1 0,0 5-556,4-1 1,-10 7 187,-2 1 1,-12 7-953,-8 10 606,-6 2 578,-18 12 0,-13 6 0,-14 7 0</inkml:trace>
  <inkml:trace contextRef="#ctx0" brushRef="#br0" timeOffset="174">235 556 8588,'-24'5'-93,"4"-4"155,4 4 42,8-4 0,4-1 13,8 0 0,7 0-13,5 0 0,7-11-1,2-6 1,1-6 789,7-6 1,5-2-626,8-6 0,9-6-595,6-2 1,13-3-130,13-1 1,-41 24 0,2 0-252,1 1 0,1-1 446,-2 0 0,0 1 0,33-20 1,-2 1-1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6:17.435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87 1178 11822,'-1'-17'-105,"-2"1"1,-3 1-1,1 1 1,0 2 23,2 0 279,1-1 123,2 6-102,0 2 0,2 6-271,2 3 1,1 3 78,4 6 1,3 0-223,0 4 1,-4 1 224,5 2 0,-4 3-74,4-2 1,-1 2 91,0 2 1,1-5-87,-1 1 0,-1-2-126,-3 2 0,2-2 25,-6-3 1,4-2 93,-4 3 281,0-4-119,-4 0 6,0-7 0,-1 0 257,-3-6 1,1-6-385,-5-2 0,-4-3-101,-5-1 1,1 0 3,3-1 1,-3-5 49,0-2 0,-5 1-50,5-2 1,-5 1 7,5-5 1,-1-1-30,5-3 1,4 3-142,-1-3 0,7 3 720,-3 2 1,4-1-43,1 0 0,1 6-163,4 3 1,1 2 94,7 2 1,3 1-35,1 2 1,3 4-42,-3 5 0,0 0-99,0 0 0,-3 1-381,2 3 1,-2 3-14,-2 6 1,-1-1-66,-3 0 0,-2 5 188,-6-1 1,0 6-85,0-1 0,-3-2 100,-5 1 1,0 5 128,-9 4 1,-1 0-77,2-5 0,-6 1-199,1 0 1,-1 3-611,2 1 1,1-4 1009,2-5 1,4-5 0,-5 3 0</inkml:trace>
  <inkml:trace contextRef="#ctx0" brushRef="#br0" timeOffset="258">519 1104 9439,'-11'-6'0,"1"-2"-128,2-3 0,4 3 415,-4 0 1,5 4 13,-1-5 1,2 5-101,2-4 1,6 1-166,2-1 0,9-6-126,3 6 1,-1-10 230,2 6 1,-1-3-333,5 3 1,0 3 145,-1 1 1,0 4 221,-4-4 1,0 5-196,-4-1-5,-8 8 0,9 3 1,-11 5-1</inkml:trace>
  <inkml:trace contextRef="#ctx0" brushRef="#br0" timeOffset="383">667 1079 10591,'-14'17'154,"-2"-1"0,2 2 1,-2-3-1,2 1 0,1 0 1,1-4-160,0-4 0,4 3 65,-1-3 89,7-2-133,2-1 0,12-6-202,8-3 1,4-4 41,0-9 1,7 2 174,2-6 1,2 4-49,2-8 1,6 3 0,0-8-1</inkml:trace>
  <inkml:trace contextRef="#ctx0" brushRef="#br0" timeOffset="575">1234 647 10670,'-24'-12'-148,"-1"0"0,0 1 468,1 3 1,4-2-35,4 6 1,2 0 43,2 4 1,5 5 116,3 4 0,3 6-201,1 1 0,1 2-366,3-2 1,3 2 93,5 3 0,2 2 234,2-2 0,-1-2-298,6 1 1,-5-1-741,5 2 0,0 2 174,3-2 1,0 2-333,-4 2 1,2-5 926,-6 1 1,6 0-1,-2 3 1</inkml:trace>
  <inkml:trace contextRef="#ctx0" brushRef="#br0" timeOffset="1026">2024 290 16572,'-13'-19'-1164,"1"2"1,0 5-1,-1 4 1229,1 3 0,-4 4 521,-1 1 1,1 6 334,3 2 0,-5 3-161,-2 1 1,1 5-294,-2-1 0,2 5-17,-2-5 1,4 5-318,4-5 0,6 2 373,3-2 0,4-2-586,4 2 0,9-6-180,7-2 0,5-4-125,4 5 1,-3-7-34,3 2 0,1-1-9,-1 1 0,-1-1-66,-3 5 0,-2-1 165,-2 1 1,-3 3 134,-6-2 1,0 1 154,1 3 1,-6 1-235,-3 2 1,-4-1-51,-4 6 1,-3-5-17,-6 5 1,-4-5 79,-4 5 0,-2-2-205,-2 1 1,4 0 7,1-4 667,5-2 0,-3 4 1,6-6-1</inkml:trace>
  <inkml:trace contextRef="#ctx0" brushRef="#br0" timeOffset="1259">2455 364 9716,'-12'-13'0,"1"1"-31,3 0 0,2-1 1063,6 1-266,0 5 1,6-2 385,2 5 1,3-6-241,1 2 0,-3 1-629,-1-1 1,4 5-819,5-1 1,-1-2-226,-4 2 1,2-4 1032,3 4-64,-4 0 0,5-2 1,-6-1-1</inkml:trace>
  <inkml:trace contextRef="#ctx0" brushRef="#br0" timeOffset="1417">2418 573 14992,'-19'6'935,"3"1"-352,8 5 1,-2-4-473,6 1 0,7-7-379,9 2 0,6-8 598,6-4 0,5-4-64,0-5 0,4-2 9,-4-6 1,5 1-204,-1-1 0,1-1-125,-1-3 1,3 3-531,-4-3 0,4-2 609,1-2 0,0-3 0,0-1 1</inkml:trace>
  <inkml:trace contextRef="#ctx0" brushRef="#br0" timeOffset="1550">2862 43 14989,'-12'-12'-2030,"0"-1"1819,-1 7 590,7-5 1,7 11 402,11 0 0,6 6-469,7 11 0,-1-2-54,1 6 1,0-1-51,-1 5 1,0 1-252,-4 3 0,-1 2 400,-2 6 0,-7 6 137,2 2-423,-8 8 0,7 3 0,-4 6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6:25.640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357 1259 16005,'0'-13'0,"0"1"-851,0 0 607,0 5 0,0-4 257,0 3 1,0 1 288,0-1-17,0 5-21,0-3-43,0 6-441,0 0 209,-5 0 1,-2 5-181,-5-1 0,-1 5 104,1 0 1,0 1 249,-1 3 1,1-1 36,0 0 1,-5 1-100,1-1 0,-2-1-63,1-3 0,4-1-49,-4-3 1,2-1 263,-1 5 0,2-5-373,-2 1 0,2-3-62,2-1 0,-1 2-396,1 2 69,0-3 140,-1 10 392,1-4 1,5 5-19,3 1 1,4-1-124,4 0 1,3 2-206,5 3 0,1-4 167,-1 4 0,0 1-82,1-2 0,0 1-51,4-5 1,-4 0 80,4 1 0,1-3-105,-2-1 0,6 0 116,-1-5 0,-2 2 234,1-2 0,0-3 93,0 3 1,3-2 121,-2-2 0,-2 0-50,2 0 0,-6 4-20,1 0 0,-3 6-133,-5-2 1,-3 3 125,-5 1 1,-1 5 103,-3-1 1,-4 2 94,-9-2 0,2 2-131,-6 3 0,2 1 31,-1-6 0,-2 1-255,5-5 0,1-1 355,4-3-252,-6 3 0,4-5-176,-2 2-158,7-3 0,4-6-421,5-3 1,1-4-1,3-9 0,3 2-63,6-6 1,4 2-28,4-1 743,-3-4 1,11 5 0,-3-5-1</inkml:trace>
  <inkml:trace contextRef="#ctx0" brushRef="#br0" timeOffset="726">863 1160 7435,'0'-12'-656,"-5"-1"0,2 2 923,-5 3 1,5-3 42,-1 3-201,2 3 0,2-6 67,0 2 5,0 4 88,0-6-19,0 4-138,0 0 0,-4 0 7,0 3 1,-1 3 91,1-3 1,1 4-84,-5 4 0,3-1 125,-3 5 1,0 1-106,-4 8 0,-1 2-71,1 6 0,-4-1 9,-1 1 1,1 0-34,3-1 1,1 3 26,0 1 1,3-2-119,1 3 1,5-3 0,-1-1 0,4-1 72,4 1 0,3-2-185,6-2 0,3 0 87,1-9 1,4 3-113,0-7 1,-2-2 55,2-2 0,-2-3 65,2-1 1,-4 0 37,-4 0 1,-1-5-16,0-4 1,1-1 51,-1-3 1,-4 1-28,0 0 0,-5-1 119,1 1 0,2-5-98,-2 1 0,0-1 2,-4 5 0,0 0 55,0-1 1,-1 1 130,-3 0 1,-2 4-223,-2-1 0,-3 5-5,3-4 1,1 5-173,-1-1 1,-2 3 135,-6 1 0,2 1-105,-3 3 1,0-1 78,0 5 1,-5 0 24,2 5 1,0 1-172,0 2 1,5-2-237,-2 2 1,4-1-382,0 2 859,6-4 1,-4 11-1,5-5 1</inkml:trace>
  <inkml:trace contextRef="#ctx0" brushRef="#br0" timeOffset="1067">1665 716 16184,'-17'-4'0,"-1"0"445,-1 1 1,1 10 1362,-6 9 0,2 9-484,-7 12 1,-1 6-686,1 2 0,-4 3-195,5 1 0,-5-4-455,4 1 0,-3-4 15,8-1 0,2-5-338,9-12 1,2 0 250,3-4 0,3-2-1327,5-6 0,1-5 834,3-3 1,-2-2 0,3-2-1</inkml:trace>
  <inkml:trace contextRef="#ctx0" brushRef="#br0" timeOffset="1233">1171 1061 15356,'0'-35'2,"0"2"0,0 4 401,0 9-42,0 2 0,2 7 95,2 3 1,4 2-69,9 6 1,-2 6-340,5 2 1,2 0 15,7 4 1,-3-2-427,3 6 1,2 4 155,2 0 0,-1 3-755,1 2 1,-6-4 360,2-1 0,-2 1-790,2 3 1,-3 1-372,3 0 1682,-9-1 1,4 1-1,-5 0 1</inkml:trace>
  <inkml:trace contextRef="#ctx0" brushRef="#br0" timeOffset="1742">2072 667 12799,'7'-19'-596,"-2"1"1,-1 1 1066,0 1 1,0 4 799,-4 3-1286,6 1 787,-5-4-416,5 5 263,-6 1-613,0 6-83,-6 0 0,1 2 206,-3 2 1,-2-1-73,6 5 1,-6-4 112,2 4 0,-3-4-233,-1 4 1,-1-3 185,1 3 0,0-1-177,-1 1 1,0 3 361,-4-3 1,2-1-84,-5 1 0,5 0 12,-2 5 1,-1-1-151,2 0 1,-1 1 185,5-1 0,0 5-176,-1-1 1,2 0-52,3-3 0,3 3-174,5 1 0,0 3-79,0-3 0,7 0-19,5 0 0,2-3-78,6 2 0,1 2-28,3-2 0,1 1-28,0-5 1,-1 0-41,1 1 0,0-1 148,-1 0 0,0-3 115,-4-1 0,-2 0 25,-6 4 0,-1-3 147,-2-1-99,-4 0 1,-6 4 120,-3 1 0,-3-2-135,-6-3 0,0 3 77,-4-3 0,-2 3-242,-6 1 0,5-3 74,-1-1 0,2-1-222,-1 1 0,2-3 64,5-5 450,7 0 0,-5 0 1,4 0-1</inkml:trace>
  <inkml:trace contextRef="#ctx0" brushRef="#br0" timeOffset="2084">2602 519 15605,'0'-29'-177,"0"0"1,0 2 255,0 6 1,-4 3-102,0 6 1,-1 4 152,0 0 0,-1 5 428,-7-1 0,0 4-81,-4 4 0,-2 4 20,-6 9 0,1 2-107,-1 5 0,2 7 57,2 1 1,2 4-328,2 1 1,8 0 156,-4 0 1,9 0-408,0 0 1,4 1-188,4 4 0,5-8-503,7 3 1,3-8 202,6-1 0,5-3-1,3-4 1,-2-9 4,2-8 1,-5-4 124,1-4 1,-3-4 624,-2-9 0,-5 2-28,-2-5 0,-5-1 171,-4-4 1,-2 1-194,-6-1 1,-6 5-234,-2-1 0,-14 10-104,-7-1 0,-6 8-410,-6-1 1,-9 7 79,-7 6 1,-2 6 561,1 10 0,-7 1 1,1 0-1</inkml:trace>
  <inkml:trace contextRef="#ctx0" brushRef="#br0" timeOffset="2526">3318 272 12322,'-2'-12'-372,"-2"-1"1,-3 6 551,-5 3 0,0 10 615,-1 6 0,0 7-234,-4 10 1,-2 4-131,-6 8 0,-1-1-274,-3 5 0,-2-1 67,-6 1 0,0 2-23,0-6 1,0 4-68,0-4 1,11 0-641,5-4 0,6-1-1768,3-3 2243,5-3 0,-4-5 0,4-1 1</inkml:trace>
  <inkml:trace contextRef="#ctx0" brushRef="#br0" timeOffset="2709">2787 543 13956,'0'-31'-267,"0"1"572,0 5 1,2 6 140,2 2 0,3 9 93,5 4 0,6 3-355,2 1 0,5 1-35,4 3 1,4 7-96,8 6 1,-3 5-151,3-2 1,-2 5-358,-2 4 0,2-3 145,-2 2 0,2 3-730,-10-3 1,3 1 173,-3-4 0,0 4 698,-4-1 1,-1 1-1,1-4 1</inkml:trace>
  <inkml:trace contextRef="#ctx0" brushRef="#br0" timeOffset="3111">3811 210 13466,'-5'-17'-789,"-4"-3"1,0 1 678,1 3 1,-3 7 320,2 5 80,4 3 0,-5 2 395,6 3 0,-4 5-184,4 7 1,-2-1-279,2 6 1,1-1 70,-5 5 1,6 0-105,-3-1 0,3 5 34,-2 0 0,2 5-233,-2-1 0,3 1-37,1-1 0,0 3-433,0-3 0,0 2-37,0 2 0,5-5 110,3-3 1,3-3 104,2-2 0,0-4-87,4-4 0,1-8 141,2-4 1,2-2 204,-5-2 0,5-7 365,-2-5 1,3-2-78,2-7 1,-4 1-23,-1-5 1,-5-1-163,2-3 1,-9 7 100,-4-2 0,-3 3-213,-1 1 0,-6 0-194,-7 4 1,-5 6-313,-6-2 0,-6 8-29,-3 0 1,-8 6 149,-5 3 0,4 4 269,1-1 174,2 9 1,-3-3 0,-2 3 0</inkml:trace>
  <inkml:trace contextRef="#ctx0" brushRef="#br0" timeOffset="3485">4440 62 21768,'-12'-19'-2810,"-1"4"0,1 4 1890,0 3 0,-1 5 1230,1-1 1,0 3 1109,-1 1 1,-3 5 74,0 3 0,-5 9 9,5 3 0,-9 4-480,4 0 0,-5 6-244,6 3 1,1 3 517,-2 1 1,7-1-279,2-3 1,1 1-645,7-5 0,0 3-376,4-3 0,5-1-1246,3-8 0,8-2-208,0-6 1,10-1-96,-1-2 0,6 0 291,-2-5 1,5 0 80,-1-4 0,1-5 451,-1-3 1,3-3-69,-3-2 1,-3 0 1100,-1-4 1,-3-2 0,-2-6 0</inkml:trace>
  <inkml:trace contextRef="#ctx0" brushRef="#br0" timeOffset="3643">4563 161 22082,'-12'-5'-1411,"0"-4"1360,-1 4 0,1-1 594,0 6 0,5 11 994,3 6 0,4 10-939,4 6 0,-1 3-41,5 1 1,-1-2-250,1-2 0,4 3-630,1-3 1,-1 4 537,4 4 1,-2-4 153,-2 0 1,1 0-1710,-1-4 1,0 0-5433,1 4 6728,-6-3 1,-2 8-1,-5-5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6:57.782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50 2764 11987,'-13'-6'-677,"1"5"0,4-9-893,0 6 1613,5 0 24,-3 4 511,6 0 354,0 0-693,6 0 1,-3-4 54,5 0 1,-4-2 466,4 2-372,0 3 1,5-10 16,-1 3 1,0 1-59,1-1 0,-1-1-125,1-3 1,4 0-161,4-1 0,-1-3 181,5-1 0,0-4-262,12 0 0,4-4 49,12-3 1,5 0 41,8-5 1,2 0-314,6-4 1,2 0 38,2 0 1,-3 4 113,3 1 0,-1 4 13,1-1 1,0-1-11,0 1 0,-10 1 38,-15 3 0,-2 0 17,-2 1 0,6-5 33,2 0 0,13-1-23,4 1 1,10-2-287,2-6 1,5-6 296,-45 21 1,2-1 0,6-2-1,1 1-258,0-3 1,1 0 0,3 1-1,1 0 165,1-2 0,1-2 0,0 0 0,-1-1 6,1-2 0,0 0 1,1 0-1,1 0 71,0 2 0,0 1 0,-2-1 0,-1 0 40,-1 0 0,-1 0 0,5-1 1,1 0-38,3 1 1,0 0 0,-2-1-1,-1 0 10,-3 3 0,0 0 0,0-3 0,1 0-14,-2-1 1,1 0-1,1 0 1,0 1 5,1 3 0,-1 1 0,-5 0 0,-3 1 20,-6 2 1,0 1 0,2-1 0,0 0-75,2 1 1,1-1 0,1 0 0,-1 1 80,-2-1 1,-1 0 0,-3 2 0,-3-2-16,25-20 0,3-1 6,-3 5 1,1 1-24,-1 7 1,-14 4 89,-11 9 0,-16 2 188,-8 5 0,-8 5-214,-4 0 371,-4 5 0,-6-2-1129,-3 5 861,-3 0 1,-11 11 0,-1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7:01.610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50 1999 17546,'-7'-13'-4431,"-2"1"3773,4 0 0,0 4 432,1-1 1,2 5 381,-2-4 1,2 4-136,-3-4 0,4 4 154,-3-5 0,3 5 137,1-4-285,0 0 1,1-5 469,3 1 1,-1 1 153,5 3 1,0-3 54,5 3 0,-1-2 49,0 2 1,1-2-159,-1 6 0,0-4 30,1 4 1,-1-2-328,0 2 1,1 3-137,-1-3-281,0 2 1,-1 8-524,-2 2 1,-4 3-12,-5 1 1,0 1 263,0-1 1,0 0-348,0 1 444,0-1 0,-4 0 198,0 1 0,-2-1 351,2 0 1,3-3-262,-3-1 600,2 0 0,2 4-362,0 1 0,0-5-13,0 0-397,6 0 1,-1 5-54,4-1 0,0-4-281,-5 1 0,4-5-38,-3 4 0,-1-4-350,-4 4 502,0 0 380,0 5 1,0-1-122,0 0 0,-6 1 188,-2-1 1,-3 0-34,-1 1 0,-1 1 1047,1 2-694,0-2 1,-1 9 0,1-4 0</inkml:trace>
  <inkml:trace contextRef="#ctx0" brushRef="#br0" timeOffset="391">667 1727 12944,'0'-16'0,"0"0"-532,0 0 0,0 3 532,0 0 0,0 1 875,0 0-205,0 5-328,0 1 0,0 8-185,0 2 0,-2 8 62,-2 9 1,1 2-24,-5 2 0,-1 5-106,-8 3 0,4-2 63,-4 2 1,3-1 158,2 1 1,0 2-549,-1-2 0,1-3 183,0-1 0,-1-3-401,1-1 1,4-1 477,0 1 1,5-6 0,-3-1 0</inkml:trace>
  <inkml:trace contextRef="#ctx0" brushRef="#br0" timeOffset="574">519 1851 14633,'-6'-32'-846,"3"3"160,-5 9 0,0 2 195,-4 6 0,3 1 1185,1 3-708,0 2 223,1 6 1,3 6-12,8 2 0,4 7-342,9 1 0,3 5-134,9-5 1,1 6 7,3-1 1,3-2-29,-3 2 0,-2-5 129,2 5 0,-1-2-262,1 1 1,1 2-271,-5-5 589,-1-1 1,-3 2 0,0 1-1</inkml:trace>
  <inkml:trace contextRef="#ctx0" brushRef="#br0" timeOffset="1058">926 1703 20099,'0'-37'360,"0"4"-222,0 0 1,1 6 394,3-2 1,3 3 299,5 1 1,2 6 100,3 2 0,0 5-251,4 4 1,-3-2-625,-6 6 0,-1 1-17,-3 8 1,-1 5-425,-3 7 0,-2 5 200,2-2 0,-8 8 19,-5 1 0,-3 5-62,-4-1 0,2-3-394,-3-1 0,4-3 350,0-2 1,1-3 271,0 0 1,5-6 864,3 1-430,2-2 1,4-7-501,2-3 1,10-6 278,10-6 0,2-1 138,7-12 1,1 2-220,8-2 1,-5-1-41,0 6 0,-5-1-182,-3 5 0,-7 5-113,3 3 0,-9 3-98,1 1 0,-8 1 443,0 3 0,-7 4-696,2 9 1,-9 2 171,-7 6 1,-2-1-86,-7 1 1,-1 1 198,-6 3 0,2-3 149,-3 3 1,-1-3-226,1-2 1,0-3 118,4 0 0,6-6 53,3 1 0,6-2 190,2-2-956,5 0 559,-2-5 1,16-1 0,2-6 0</inkml:trace>
  <inkml:trace contextRef="#ctx0" brushRef="#br0" timeOffset="1292">1839 1357 21748,'1'-16'-241,"3"-1"1,-3 1-846,3 4 1176,3 5 231,-5 1 0,3 8-1051,-5 2 1,-5 7 833,-4 5 1,-3 6-90,-4-1 1,-3 8-79,-6 3 1,-1 0-107,-3 1 1,3 0 263,-3 4 1,-1 0 33,1 0 0,0 0-141,5 0 1,-6-6 0,-2-1 0</inkml:trace>
  <inkml:trace contextRef="#ctx0" brushRef="#br0" timeOffset="1441">1382 1530 15841,'2'-37'-704,"2"0"1,-2 6 927,7 2 1,-1 8 1173,4 5 1,0 6-398,1 2 1,5 7-736,2 1 0,9 5-477,4 7 1,4 6 138,4 3 0,-1 2-132,5 2 0,-3 5 50,8 3 1,-9 7-1142,4 1 0,-9 5-517,-3-1 1390,-6 3 1,9 7 0,-5 1-1</inkml:trace>
  <inkml:trace contextRef="#ctx0" brushRef="#br0" timeOffset="2334">2061 1160 19365,'0'-12'-1660,"0"-1"1263,0 1 0,0 0 675,0-1 1,0 5 267,0 0-835,-6 5 1,-1-2 223,-5 5 0,0 1 298,-1 3 0,0 3 191,-4 5 1,3 1 253,-2-1 1,-2 0-231,2 1 0,-1-1 163,5 0 1,5-3 600,3-1 521,3-5-1271,1 2 1,6-6-251,7-3 0,5-3-134,6-6 1,6-3-119,3-1 0,3 1-32,1 4 0,5 1-210,4 2 0,-4 4-63,-1 5 1,-4 0 85,-4 0 1,-4 7-35,-9 5 1,-3 6-291,-9 7 0,-5 5 292,-11 3 1,-6 2 257,-11 2 0,-1-4 138,-3 0 1,-1-4 384,-3 4 0,2-6 29,2 2 1,9-8 87,-1-5 1,7-2 1050,6-2-608,-3-5 0,15-2-1540,0-5 1,11-1 354,6-3 0,6-3-8,2-5 0,9-1-268,0 1 1,7-4 129,0-1 0,2-3-638,-2 3 1,1 1 225,-5 3 1,-1 1 565,-7 0 1,3-6 0,-5-1 0</inkml:trace>
  <inkml:trace contextRef="#ctx0" brushRef="#br0" timeOffset="2793">2998 876 22532,'0'-16'-1032,"0"-1"1,0 1 670,0 4 1,0-1 83,0 1 454,0 0 1,-1-1-229,-3 1 1,1 4-243,-5 0 0,-1 5 446,-3-1 1,-6 1-270,-2-1 1,-4 2 328,0-2 1,-1 4 13,0 4 1,1 2 188,-1 2 1,0 3 147,1-3 1,0 3 254,4 2 0,2 3 237,6 1 0,1-1-463,2-4 0,0 2-105,5 2 1,0-2-452,4 3 0,0-4-165,0 0 1,1 0-451,3 4 1,0-3-289,9 2 0,-2-2-148,9-2 0,1 0 78,3 1 0,-3-1 92,-1 0 0,1 2 58,4 2 1,-1-5 361,1 6 0,-2-6 122,-2 5 0,-3-2-21,-6-2 0,0 2 187,1 2 1,-6 0 294,-3 4 1,-10-3 471,-6 3 1,-6-3 390,-7 3 0,-3-3-245,-1 3 0,-1-9-407,1 1 1,3-2 131,-3 2 0,8-5-102,5-3 0,6-2-43,2-2 1,5-6-778,-1-2 0,10-4-181,6-5 587,6-2 0,18-6 0,2 1 0</inkml:trace>
  <inkml:trace contextRef="#ctx0" brushRef="#br0" timeOffset="3151">3467 790 19500,'-13'-25'-5278,"1"2"4000,0 2 0,-1 8-25,1 5 1893,0-1 1,-1-2-256,1 3 1,0 3 510,-1 5 1,1 1 301,0 3 0,-5 4-153,1 9 0,-5-2 512,5 5 0,1 5-199,7 4 1,-2 4-452,6-4 1,0 3-523,4-3 1,0 5-147,0-1 1,0 3-461,0 1 0,5-5-867,3-4 0,7-2-658,2-1 0,3-6 145,-3-2 0,5-4 2675,-2 0 1,0-6-1521,0-3 0,-1-3 456,2-1 0,1 0 37,-6 0 1,-1-5 644,-6-4 166,2-2 0,-13-1-586,-2 0 0,-6-1-639,-14 1 0,0 1 135,-8 3 0,-1-2-185,-4 6 1,0 0 473,0 4 1,-6 5 0,-1 2 0</inkml:trace>
  <inkml:trace contextRef="#ctx0" brushRef="#br0" timeOffset="3551">4194 469 19724,'-12'-19'-1111,"-2"3"1,-1 2 0,-1 3 0,1 3 1693,1 4 1,2 4 578,-1 4 0,1 4 16,0 8 1,-1 4-564,1 4 1,0 6-164,-1 3 0,1 3-452,0 1 1,-1 4 98,1 0 0,0 0-7,-1-4 1,2 6-456,3 2 1,-3-1-684,3 1 1,3-5-20,0 1 1,0 0 948,1-4 0,-6-3 0,3-9 0</inkml:trace>
  <inkml:trace contextRef="#ctx0" brushRef="#br0" timeOffset="3734">3738 704 20145,'0'-32'-2058,"1"3"1947,4 9 0,3 3 706,8 9 0,3 4 561,6 8 0,5 3-680,3 5 1,4 5-87,4-1 1,-1 6-364,5-1 1,-5-2-476,1 1 1,-3 1 500,-1 4 0,-5-1-77,-3 1 0,-5 0-1763,-3-1 0,-5 1-66,-7 0 1774,-4-1 1,1 6 0,1 2 0</inkml:trace>
  <inkml:trace contextRef="#ctx0" brushRef="#br0" timeOffset="4176">4700 358 15866,'0'-35'0,"0"3"-154,0 7 0,0 2 906,0 7 17,0-1-204,0 5 0,-5 5-701,-3 3 0,-3 3 810,-2 1 0,0 2 251,-4 7 1,2 0 261,-6 12 0,1 1-198,-5 6 0,6 4-419,3 5 0,6 0-401,2 0 1,5 8-68,-1 0 0,3 2 75,1-6 1,1-3-520,3 4 0,3-1-869,5-4 0,7 1-533,6-9 0,5-6 605,7-6 0,6-5 522,2-4 0,3-2 441,1-6 0,-5-7 419,-3-6 1,-5 1 295,-7-4 0,-6-4 345,-11 0 1,-5 1-472,-3-2 1,-2 2-210,-2-2 0,-10 0-876,-2 4 0,-13 1-150,0 3 0,-12 5 322,0 0 1,-12 5-232,0-1 0,-9 8 2048,1 4 1,2 5-1964,1 3 0,9-1 877,4 6 0,8-1 0,3 5 0</inkml:trace>
  <inkml:trace contextRef="#ctx0" brushRef="#br0" timeOffset="4502">5157 112 21481,'0'-21'-1737,"0"0"1,1 1 584,3 1 2130,-3 1 448,5 11-566,-6 2 0,0 10-750,0 3 1,-1 9 477,-4 3 1,3 9-353,-7 4 0,7-2 85,-2 2 1,2 0-162,2 4 1,2 4-511,2 0 1,-2 1 119,7-5 0,3 0-917,4 0 0,6 0-75,-1 0 1,4-6 316,3-2 1,0-9 46,5-3 1,-6-3 239,2-2 1,-4-5-1320,-5-3 1354,-2-3 1019,-11-1 0,-2-5 0,-5-2 0</inkml:trace>
  <inkml:trace contextRef="#ctx0" brushRef="#br0" timeOffset="4643">5428 334 20791,'0'-14'-3160,"0"-3"2164,-6 4 1,6 2 848,0 11 1,6 8-809,6 13 0,5 0 1101,-1 12 1,5 2 1332,-5 6 1,1 3-1878,-5 5 1,0 2-401,1 2 1,-5 5-1004,0 7 1862,-5 4 1,2 16 0,-5 3 0</inkml:trace>
  <inkml:trace contextRef="#ctx0" brushRef="#br0" timeOffset="5169">1974 2616 11030,'-12'-20'0,"0"5"-2035,-1 6 4074,6-2-1485,2 4 0,12-5 880,5-1 0,13-1-620,12-2 1,11-3-522,9-6 0,15 1-191,6-1 0,5-1 289,4-3 1,-2 3-451,-3-3 0,-8 5 250,-8 3 1,-5 5 32,-3 7 0,-3-2 0,-6 4 0</inkml:trace>
  <inkml:trace contextRef="#ctx0" brushRef="#br0" timeOffset="5352">2492 2184 18900,'-15'-19'-2302,"3"2"0,4 8 2136,-1 0 0,4 8 1121,5 1 1,5 7-889,4 9 0,3-1-74,4 6 1,-1-1 115,6 5 1,-5 0-171,5-1 0,-4 5-653,3 0 1,-3 1 336,3-1 1,-1-2-152,2 6 1,2-1-2395,-2 1 2900,-4 2 0,12-3 0,-3 5 0</inkml:trace>
  <inkml:trace contextRef="#ctx0" brushRef="#br0" timeOffset="5752">3590 1986 10572,'-14'-23'0,"-1"1"-800,-1 2 0,4 9 1447,3-2 1,1 9 824,-4 0 0,-2 4 399,-2 4 0,-4 9-74,-4 7 0,-2 3-546,-3 2 1,3 9-348,-3 3 1,4 4 336,5 1 0,2 0-457,6 3 1,5 3-80,3-2 1,9-3-1159,8 3 0,6-8-622,10-1 1,3-5-245,10-8 1,-1-5 288,8-2 1,-2-5 100,6-4 0,-4-4 398,-3-8 1,-3-2 447,-1-7 1,-10-5 575,1-2 0,-12-3 29,-9-2 0,-1-4-139,-7 0 1,-5 2-467,-7 6 0,-14-1-569,-7 6 1,-11-1 171,-5 5 1,-8 5-268,-5 3 1,-4 3 41,-3 1 0,3 5 245,0 4 1,9 3 428,12 4 1,0 3-1,9 6 1</inkml:trace>
  <inkml:trace contextRef="#ctx0" brushRef="#br0" timeOffset="6078">4182 1875 21485,'-5'-31'-1564,"-4"2"1,0 4 853,1 5 732,2 2 0,6 6 1204,0-1-865,-5 7 1,2 0 61,-5 6 0,-1 3 688,-3 5 0,0 2-500,-1 10 0,-3 2 408,0 7 0,3-2-412,5 6 0,5-4-201,-1 4 1,3-4-578,1 4 1,1-6-394,3 2 1,5-3 55,7-2 1,3-3-1054,6 0 1,5-6 529,3 1 1,-2-4-345,2-3 1,0-4 665,4-5 1,-4 0 18,0 0 1,-10-5 389,2-4 705,-9-2 1,2-6 0,-5-3 0</inkml:trace>
  <inkml:trace contextRef="#ctx0" brushRef="#br0" timeOffset="6219">4281 2036 21333,'-13'0'1715,"8"3"-522,5 5 0,11 1-1894,10 12 1,2 1 221,2 7 0,3 2 189,1 6 1,1 2-122,-1 2 1,-3 4-198,3 8 1,-9 4-2441,-3 4 2635,-3 6 0,-13 7 1,-2 7-1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7:11.139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359 25 15496,'-25'-8'0,"0"1"-457,1 1 749,-7 2 1,0 7-1,-6 5 677,0 8 0,5 8 48,4 5 1,3-2-788,4 6 0,1-2-224,7 2 0,4-4-218,9-8 0,7 1-207,5-6 1,7-1 297,10-7 1,8 2 42,8-6 1,5 1-338,3 0 1,2-4-98,2 3 1,-2-1 228,-5 1 0,-8-1 149,-5 5 1,-7 0-27,-9 4 1,-9 1 259,-8-1 1,-9 6 592,-8 3 0,-10 6 77,-10 2 1,-7 4 0,-1-5 0,-5 5 27,0-4 0,4 4-34,1-4 1,9-2 12,8-6 0,10-3-219,10-6 1,11 0-337,9 1 0,10-5-449,15 0 1,3 0-311,6 5 0,-1-5-96,0 0 1,-4 4-118,1 5 1,-11 1-107,2-2 1,-8 2-108,0 2 1,-9 2 120,-3-5 1,-3 5 688,-2-2 1,-5 2-177,-3-1 1,-3 1 182,-1-6 0,0 5-213,0-5 1,0 5-213,0-5 0,7 7 328,5 2 1,12 5 0,7 7-1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7:18.102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1024 1395 18585,'-19'0'0,"2"0"-798,4 0-40,-5 0 0,4 1 682,-2 3 533,7-3-265,4 10 645,5-4-933,0 0 1,0 0 296,0-3 14,0-3 48,5 5-1545,-3-1 708,9-3 303,-10 9-432,10-10 635,-4 5 0,5-6 166,1 0 0,3 0 124,0 0 1,5 0-18,-5 0 0,6-5 831,-1 1 1,2-5-316,2 0 1,0 3-196,-1-3 0,2 1 11,3-4 0,-2 0 282,6-1 1,0 1-393,4 0 0,0-2 40,0-3 1,-4 4 54,0-4 1,-6 3-175,2 2 1,-4 0-13,-5-1 1,-2-3 241,-5 0 0,-1-2-198,0 1 0,-1 2-145,-3-5 0,2 3-102,-6-3 0,4-1-182,-4-4 0,1 1-214,-5-1 1,0 0-70,0 1 0,4-6-101,0-3 0,0 1-125,-4-1 1,1 0 128,3-4 1,-2 2 41,2 2 0,-3-1 173,-1 5 0,0 0-36,0 4 1,0-3 261,0-1 0,0 0 13,0 4 1,0 1-58,0-1 0,-4 0-95,0 1 0,-6-5-161,2 0 0,1-4 63,-1 4 1,0-3 93,-4 3 1,2 1-191,-2 8 0,2-2-77,-6 5 0,1-3-177,-2 3 0,2 1 112,-6 4 0,0 3 514,-8 1 0,1 1 188,-5-1 1,5 3 112,-5 5 0,0 1 250,-4 3 1,0 3 268,0 5 1,4 5 361,0-1 0,-4 6 127,-4-1 0,-6 2-106,2 2 0,1-1-388,-1 1 1,1 0 18,-1-1 0,0 1-124,8 0 0,-2-5-151,11 1 1,0-1 18,8 5 1,-2 0-384,5-1 1,5 1-301,4 0 0,1-2-41,-1-2 1,-2 5-66,6-6 0,-2 6-69,2-5 1,3-2-92,-3 2 1,2 3-266,2 5 1,0 0-59,0-5 1,0 2 154,0 3 1,0 1 265,0 3 1,0 3 31,0-3 1,0 2 57,0 2 1,0-4 81,0 0 1,6-5-250,2 0 1,0 3 20,5-3 1,-2 1-189,9-4 0,-3-2-152,3-2 1,2 2 56,7-2 1,-2-4 178,6 0 0,0-2 135,4 1 0,6-6 157,2 2 0,3-8 398,1 0 0,1-2 81,-1-2 1,-3-2 245,4-2 0,-9-7 395,4-5 0,-1-2-10,-3 2 1,2 1-394,-2-6 0,0 5-534,0-5 1,-1 6 110,-12-1 1,-4 6 174,-8 2 0,-2-1 1,-2-3-1</inkml:trace>
  <inkml:trace contextRef="#ctx0" brushRef="#br0" timeOffset="749">74 2344 17983,'-12'0'-1725,"-1"0"1,1-4 1080,0 0 1,1-1 74,3 0 0,2 3 462,6-6 0,0 3 754,0-3 0,1 0-47,4-4 1,1-5 175,7 1 1,5-6 63,2 1 0,5-3-65,4-5 0,3-3 255,10-5 0,1-1 5,7-3 1,0 1-47,4-5 1,-7 0-497,2-5 0,-8 6-132,0 3 0,-9 4-424,-8 4 1,-6 5-214,-10 7 15,-2 9 1,-8 6-1129,-2 6 0,-3 0 633,-5 0 0,0 7 317,-1 5 0,-3 1 180,0 3 0,-6 2 182,1-2 1,-8 6-1,-2-2 1</inkml:trace>
  <inkml:trace contextRef="#ctx0" brushRef="#br0" timeOffset="1009">247 1888 16837,'-14'-6'-3284,"-2"4"2519,7-7 1,0 5 289,1-4 1,-2 0 655,6-4 0,0-1 398,4 1 1,7 0 1063,5-1 1,7-3-760,10-1 0,4 1-285,8 4 0,-1-5 210,5 1 0,-1 1 139,1 6 1,-3 0 42,-5 5 1,-1 0-819,-3 4 0,-4 6-651,-9 7 1,-7 0-843,-9 8 1,-3 5 694,-1 7 1,-5-2-10,-4 2 0,-6 0 464,-1 4 0,-2 2 346,2 2 5,2-3 1,-9 10 0,3-4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7:20.479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25 839 19092,'-2'-6'-4339,"-2"1"3376,3-1 1,-6 4 1239,3-2-1621,3-3 2064,-5 6-308,6-5-9,0 1 0,7-1 295,5-2 1,13-3-213,12 3 1,11-8 183,9-5 0,5-2-186,4-2 1,8-5 413,8-3 0,3 3-419,1 1 1,-6-1-123,-6 1 1,-7 4-103,-9 5 0,-14 5-590,-12-2 1,-15 8 662,-9 1 54,-5 5 1,-3-4-688,0 3 0,-6 3-452,-2-4 1,-3 4-1058,-1 1 518,0 0 1283,-1 6 0,6-5 0,2 4 1</inkml:trace>
  <inkml:trace contextRef="#ctx0" brushRef="#br0" timeOffset="453">975 38 17713,'0'-9'23,"0"1"0,0 0 0,0-4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7:21.929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247 519 16417,'-5'9'1815,"-3"3"1,1-1-1511,-2 10 0,3 0-422,-3 3 0,0 1-53,5 0 1,-5 3-84,5 1 1,-4 4 135,4-4 0,-1 0-304,0-5 1,4 0 276,-3-4 0,3 2-1210,1-6 1135,0-5 1,0 0 0,0-4 0</inkml:trace>
  <inkml:trace contextRef="#ctx0" brushRef="#br0" timeOffset="275">87 667 18663,'-7'-6'-5279,"-4"-1"3263,3-5 1,1 4 1018,-1-1 0,0 7 1246,-5-2 0,5-2-90,0 2 341,5 0-610,-2-2-535,5 5 0,5-4 1803,3 5 1,7 1-440,2 3 0,5 3-260,-2 5 0,4-4-344,0 1 1,2 3-142,3 4 1,-4 1-95,-1-5 1,1 1 170,-4-1 0,2 2 44,2 2 1,-5-2-1496,1 2 0,-5 2 384,5-2 0,-10 5 141,1-5 648,-2 1 0,2-5 0,0 1 0</inkml:trace>
  <inkml:trace contextRef="#ctx0" brushRef="#br0" timeOffset="1234">457 371 17462,'-12'0'-2443,"-1"0"2991,1 0-204,5 0-425,-4 0 114,10-6-924,-5 5 1,6-6 1204,0 3-240,0 2-99,0-3 135,0 5-163,0 0 89,-5 0 639,3 5 1,-4-3 1336,1 2-384,4 3-1161,-10-6 325,10 10 1,-6-10-198,3 3 1016,2-2-125,-3-2-2754,5 0 984,0 0-1194,0-6 1967,5 5 1,-2-9-1437,5 6 1428,-5-5 1,7 6-1418,-6-5 247,5 5 1171,-2-8 529,6 10-1046,-7-5-349,5 6 0,-9 2-682,2 2 1,-4 1 664,-4 3 0,1 3 604,-5-2 0,0-3-58,-5 3 0,5-3 320,0 3 0,0 0-436,-5-5 1,5 5 504,0-5 1,4 0 455,-5-4 596,7 0-1760,-4 0 0,6-2-321,0-2 0,0-2-94,0-7 1,4 5 332,0 0 1,10 0 350,-1-5 0,3-2-45,0 3 0,-1-3-254,6 6 0,-4-1 768,3-3 1,1 2-166,3 3 1,0-2-21,-4 6 1,2 0-266,-5 4 1,-1 0-769,-4 0 29,1 0 1,-5 2-237,0 2 1,-5 3 9,1 5 1,-8 2 742,-4 2 0,-3-1 362,-2 6 0,0-1 104,-4 5 1,2 0 231,-5-1 0,4 2 10,0 3 0,-2 1-329,2 3 0,-1-3 436,5-5 0,4-2-84,0-2 1,5 1-801,-1-6 1,2-4-281,2-3 1,2-7-786,2 3 1,4-4 587,8-1 1,-2 0 105,3 0 1,2-6 395,1-2 1,4-3-171,0-1 1,1 0 174,0-1 0,-1-3 116,1-1 0,0 0 333,-1 0 0,0 3 676,-4-2 0,2 2-503,-5 2 1,-2 0-112,-7-1 0,8 1 1,-2 0-1</inkml:trace>
  <inkml:trace contextRef="#ctx0" brushRef="#br0" timeOffset="1662">1061 111 18754,'-1'-12'-839,"-3"0"0,1 4-405,-5-1 1,0 3-298,-5-3 0,5 0 760,0 5 1,0-2 908,-5 2 0,5 3 103,0-3 0,0 2 228,-5 2 0,5 0-366,0 0 1,0 6 861,-5 2 1,1 7 304,0 1 1,-1 6 30,1-1 1,0 6-74,-1 2 0,2 0-370,3-4 0,-1 3-489,4 1 1,-3 1-145,4-1 1,0-3-208,4 3 0,1-5-911,3-3 0,-1 1-90,5-6 0,-3 1-722,3-5 684,0 1 0,0-7-1227,0-1 859,-5-4 78,3-1 1181,-6 0 273,0 0 0,0-6-39,0-2 1,-4 1-367,-1-1 0,0 1 113,1-1 0,2-3 529,-2 3 0,-1 1-914,1-1 1,0 4-830,4-5 1377,0 7 0,0-5 188,0 3 0,5-3 0,2-5 0</inkml:trace>
  <inkml:trace contextRef="#ctx0" brushRef="#br0" timeOffset="2410">1111 136 18754,'-13'0'-594,"1"0"0,0 0-497,-1 0 1,-3 0 981,-1 0 1,-3 0 238,3 0 0,-3 0 1,3 0 1,-4 6 383,0 2 0,-1 3 85,1 1 1,-2 1 79,3-1 0,0 0 15,0 1 1,5 0 68,-2 4 0,5-8 786,4 4-649,2-4-555,6 4 0,6-7-1418,2-2 1,4-2 549,5-2 0,-3 0 13,2 0 0,2 0-18,-2 0 0,1 0-197,-5 0 1,2 0 133,2 0 1,-6 0 35,2 0 1,-2 1 141,2 3 1,-1-1 624,-3 5 1,-1 1-581,-3 3 0,-2-3 177,2 4 1,-3-4 182,-1 8 0,-1 1 213,-3-2 0,1 6 99,-5-1 0,1 1 76,-2-2 0,0 2 241,5-6 0,-4 6-18,3-1 0,-3-3 108,4-2 1,-5-2-265,0-2 1,2 1 123,-1-1 1,0-1-17,-4-3 1,-1 2-263,1-6 0,4 0-150,0-4-792,-1 0 52,2 0-608,2 0-332,5-6 0,0 0 467,0-7 0,5 1 279,4 0 861,2-6 1,6-1-1,3-6 1</inkml:trace>
  <inkml:trace contextRef="#ctx0" brushRef="#br0" timeOffset="2743">1419 37 18754,'-19'-10'-3883,"2"1"1,-2 0 4588,-1 5 0,-1-1 581,-4 5 0,8 2-665,-8 2 1,3 8 708,-3 9 0,-3 4-398,-1 3 0,4 0-173,5 5 1,5 0-396,-2 4 1,5 4 476,4 0 1,2-4-663,6-4 0,11-6-752,5 2 0,8-4-276,5-5 0,2-3-313,6-9 1,-4-3 261,0-5 0,-2 0 7,2 0 1,-3-5 545,-5-3 0,-6-3 567,-2-2 0,-5 1 279,-4 0 1,-5 3-470,-11 1 1,-11 5-36,-14-1 1,-14 4-39,-6 4 0,-12 9 251,-5 7 1,-8 15 0,-3 3-1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8:35.02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646 1216 7918,'-48'-17'149,"3"-3"0,5 1 1,4 4-1,6 5 909,4 6-745,4 3-186,15 1 0,7 0-102,8 0 0,13 0-178,4 0 0,13 0-9,3 0 1,14-5 101,11-4 1,9-7 10,16-5 1,-43 10 0,2-1-140,3 0 1,1-1 0,6-1-1,2-2 166,3 0 0,2-1 0,3-3 0,1-2-363,5-3 1,0 0-1,2 0 1,0 0 349,4-4 1,1 0-1,1-1 1,0 0 72,1-1 0,-1 0 0,-3 1 0,-2 1 85,-4 4 0,-2 1 0,-1 0 0,0 0-76,2 1 1,0 1 0,-3-1 0,-2 1-216,-5 3 0,-1 0 1,-1 0-1,-2 0 380,-3 4 0,-3 1 1,-2 2-1,-2 0 79,40-9 0,-9 7-327,-23 2 0,-10 1 269,-15 7 1,-11 1-326,-2 7 0,-12 3 652,-8 6 0,-13 0-922,-16 4 1,-10 3 104,-14 9 1,-10-2 83,-11 6 0,-18 0 177,40-14 0,-3-1 0,-3 1 1,-2 1-66,-5 0 0,-1 1 1,2-2-1,0 0-97,-3 2 1,-1-1-1,0 0 1,0-1 283,-3-1 1,-2 1-1,-5 0 1,-2 0 73,-7 2 0,-2-1 0,0-2 0,1-2-401,-2 3 0,-1-1 0,1-1 0,0-1 371,4 1 0,0-1 0,4 0 0,1 0 84,-2-2 0,1 0 0,13-1 0,1-1-211,4 0 1,1 1-1,4-1 1,3 0 118,1-1 1,3-1-1,-40 12 335,14-1 0,20 0-535,17-4 0,9-1 366,12-3 1,3-5-629,9 0 1,6-1 983,10 1 0,12 2-926,17-6 1,7 0-110,10-4 0,10-7 195,14-5 0,-30 3 0,3 0 16,7-3 0,3-1 1,3-3-1,2-2 39,6 0 0,0-1 0,0-3 0,1-1-269,5 1 0,1-1 1,2-6-1,2-1 314,5-2 0,1-2 1,-24 7-1,1-1 0,2-1-287,5-2 1,1-1-1,1 1 1,-2 0-1,1 1 1,-1-1 343,3-1 1,0 1 0,-2-1 0,-2 3 0,-2 0 0,0 0 44,-4 1 1,0 0-1,-1 1 1,-2 2-1,-1 0 1,-1 1 128,29-9 0,-3 1 1,-15 5-1,-4 2 6,-7 1 0,-3 2 1,-9 5-1,-3 1 291,32-8 1,-18 6-239,-15 10 0,-19 8 335,-21 8 1,-22 10-559,-12 6 1,-21 8-197,-16 9 1,-16 3-12,37-20 1,-1 1-1,-6 2 1,-1 0 383,-6-1 0,-2 1 0,-7 4 0,-2 0-283,-7-2 0,-2-1 1,-3 4-1,1-1-105,1-2 1,-1 0 0,-4 2 0,-2 0 244,-5 1 0,-1 1 1,23-9-1,-1 0 1,-1 0-57,-1 0 1,-2 1-1,1 0 1,-1-1 0,-1 0-1,1-1-131,3-2 1,1 0 0,0-1-1,1-1 1,1-1 0,0 1 242,0-1 1,0-1 0,1 1 0,1 0 0,1 0 0,0 0 92,-25 6 0,2 1 1,6-1-1,4 0-188,10-3 0,2-1 1,5-1-1,2-1 229,8 1 1,1-1-1,-42 11 573,19-13-678,25 1 0,28-16 455,25 3 1,27-8-616,22-4 0,21-14-329,21-7 1,-45 10 0,1-1 412,7-3 1,3 0 0,7-3-1,3 0-255,2 0 0,2-1 0,3-2 0,1-1-90,-3 1 1,0 0 0,4 1-1,-1-1 139,1-2 1,1 0-1,7-3 1,2 0 158,-29 8 1,1 0-1,0-1 1,2 0-1,1-1 1,-1 0-29,27-13 0,-1 0 0,-2 1 0,-2 0 52,-5 1 1,-1 0 0,-2 2 0,0 1 0,-5 3 1,-2 1 0,-9 1 0,-4 1 158,-9 5 0,-3 1 0,37-20 206,-9 3 1,-2 5 62,-6 7 1,-9 6-215,-16 11 0,-7 5 236,-13 3 1,-9 4-882,-8 4 0,-16 8 998,-13 9 1,-14 9-944,-23 7 1,-9 1 250,26-15 0,-1 0 0,0-3 1,-1 1-70,-2 1 1,-1 1-1,-5 0 1,-2 1 161,-4 2 0,-1 1 0,0-1 0,0-1-200,-3 2 1,-1-1 0,-1 0 0,-1 0 245,-1 1 1,-1 0 0,-4 1 0,-2 1 91,-6 4 1,0 0 0,8-2 0,1 1-35,1 1 0,0 0 0,7-2 0,1 1-37,2-1 0,1 0 0,10-5 0,2 0-196,-33 23 0,32-13 16,22-3 0,18-13-6,14-8 0,11-1 86,18-6 0,8-3-183,17-6 1,23-8 282,-31 3 1,2-3-1,6-4 1,1-2-164,6-2 0,2-1 0,1-2 1,2-1 169,6 0 0,0-1 1,2-3-1,0 0-108,4-2 0,1-2 0,4-4 0,3-2 51,-26 10 1,1-1-1,-1 0 1,27-12-1,0 1-26,-28 12 0,1 1 0,-2 0 0,25-10 0,-2 2-40,-4 2 0,-2 1 1,-7 5-1,-3 2-69,-5 1 0,-5 2 0,31-9-1025,-29 10 439,-18 3 1,-34 23 703,-21-1 0,-11 5 0,-20 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8:33.05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538 1877 7906,'-14'-7'-74,"-1"-4"1,-1-5-1,1-2 45,1 0 1,7 6 66,3 3 1,4 7-610,4-3 0,3 3 571,5-2 0,6-3 0,1-6 0</inkml:trace>
  <inkml:trace contextRef="#ctx0" brushRef="#br0" timeOffset="676">143 1988 8038,'-33'-7'385,"0"-5"0,10 5 0,-2-1 1079,9 5-1008,4 3 0,13 0-224,11 0 0,12-6 71,9-2 1,16-4 5,13-5 0,10-2-30,15-6 0,4-1-375,4-2 1,-42 12 0,1 0 89,5-2 0,1-1 0,2 0 1,1 0-246,6-2 1,2 1 0,-3 0 0,1 0 265,-2-3 0,1 1 0,1 1 0,1 1 20,2-3 0,0 0 0,-6 5 0,-1 1 38,1-2 1,0 1 0,-5 3-1,-2 1-315,-3-1 0,-1 1 0,5 0 0,1 1-92,1-2 1,-1 1 0,-2 1 0,-2 0 174,-4-1 0,0-1 0,-1 2 0,-1 0 55,1 1 1,-1-1-1,0 1 1,-1 0-18,4-1 0,-1 1 1,38-13 52,-5 1 0,-16-1 6,-4 0 0,-4 5 297,7-1 0,-10 6-244,-1-1 1,-13 2 441,-8 2 0,-5 5-540,-8 3 1,-10 1 430,-6-1-402,-5 2 0,-4-3 297,-3 5 1,-9 0-299,-7 0 0,-15 0 70,-6 0 0,-12 10-63,-9 2 1,-6 10 3,-11 3 1,-1 1-121,-7 6 0,40-13 0,-2-1 255,0 3 0,0 0 0,-3-1 0,1 1 54,0-3 0,-1 1 1,-1 1-1,-1 1-269,-3-1 1,-1 1 0,-6 4 0,-1-1 223,-4-1 0,-2 0 1,2 2-1,0 0-271,1-2 0,0-1 1,3 0-1,0 0 258,3 1 1,1 0-1,-4-3 1,1-1 14,2 2 1,1-1-1,3-1 1,3-1-89,-35 15 1,8-3 164,3-5 1,1-6-14,4-2 1,8-8 297,13 0 1,9-7-171,7 2 818,6-2-944,17-2 0,4 0 400,14 0 1,6-2-467,11-2 1,6-3 37,14-5 0,15-6 35,14-2 0,18-8-200,-39 14 0,1 0 0,1-4 0,2 0 165,0 0 1,1-1-1,2-2 1,1-1-31,6-2 1,2-1 0,7-2 0,3-1-509,3 0 0,4-1 0,10-5 0,4-1 471,-29 10 0,2-1 0,0-1 0,6-2 0,0 0 0,1-2-337,6-4 1,0-1 0,1 0-1,0 1 1,0 0 0,1 0 336,-1-2 1,1-1 0,-1 2 0,-1 1 0,0 1 0,-2 1-7,-3 1 0,0 1 0,0 0 0,1 0 1,1 1-1,-1 0 0,-1-1 0,0-1 0,0 1 0,-1 1 1,1 1-1,-2 0-4,-1 0 0,-1 0 1,-2 0-1,-4 4 1,0 0-1,-2 1-233,28-8 0,-1 3 0,-1 2 0,0 2 253,1 1 1,-3 2-1,-9 7 1,-2 0-304,-4 0 1,0 2 0,-3 3 0,-1 3 147,0 0 0,0 2 0,-6 1 0,-1 1-772,-4 2 1,-3 2 0,-3 3 0,-3 3-741,45 9 1608,-1 12 0,1 0 0,-48-10 0,0 2 0,1-1 0,-1 1 0</inkml:trace>
  <inkml:trace contextRef="#ctx0" brushRef="#br0" timeOffset="2576">1044 1864 7912,'-28'-38'0,"4"0"0,4 1 0,7-2-485,4 11 1,11-1 73,10 4 0,17-5 640,12-3 0,10-3-28,2-1 0,12-4 93,0 0 1,15-7-442,-36 23 1,2 1 0,9-3 0,3 0 179,5-1 0,1-1 0,5-4 0,-1 0-332,0 0 1,0 0-1,8-3 1,1 0 340,8-4 1,-1 2 0,-5 2-1,0 2-365,1-2 0,0 2 0,-3 1 1,1 1 311,2 1 1,0 1 0,-4-1 0,-2-1-7,-2-1 0,0 0 1,-5 3-1,-2 1-128,0-2 1,-2 0 0,-7 7-1,-1 0 145,-5 1 1,-1 1 0,27-15 974,-18 8-891,-22 11 0,-14 14 601,-22 8 1,-14 10-633,-15 11 0,-9 10 94,-16 11 1,-17 8-138,27-23 1,-3 0 0,-5 3 0,-2 1 71,-11 4 0,-2 0 0,3-3 0,1 0-38,-5 4 0,0-1 0,-1-3 0,1 0 0,-2 3 0,0 0 0,-5 3 0,-1 0-37,-4 3 0,0 0 0,1-1 0,0 0-149,-7 4 1,0-1 0,6-5 0,2-1 248,3-1 0,2-2 0,6-2 0,1-2-45,3-1 1,3 0-1,10-5 1,4 0-29,-37 22 1,26-8-60,24-9 0,14-8-173,15-9 0,9-8-32,8-4 0,11-2 242,13-2 0,19-13-879,18-7 0,11-10 867,-36 9 0,1 1 0,4 0 0,2 1 0,0-2 0,0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8:37.382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271 1296 8319,'-43'-2'-20,"1"-2"1,5-3 0,5-1 0,3 1-144,3 2 0,7 1 162,2 4-150,3 0 152,8 0 519,0 0-332,6 0 1,6 0-122,2 0 1,3 4 342,1 0 0,6 6 502,2-2 1,4 3-279,0 1 1,5 0-176,0 1 1,5-5-376,-1 0 1,4 0 126,4 5 0,3-2-256,5-3 0,2-3 137,3-5 1,5 0-229,10 0 1,14-6 42,15-7 1,-46 5-1,0-2-95,4-2 1,-1 0 0,0-1 0,0 1 96,-1 0 0,-1-1 0,-1 2 1,0-1 47,-2 1 0,-1 2 1,44-8-66,-2 9 0,-6-2-21,-7 6 0,-10 0-68,-10 4 1,-5 0 96,5 0 0,3 0-229,5 0 0,-4 0-6,-5 0 1,-10 0 120,-2 0 1,-8 1-65,-8 4 1,-2-3-201,-10 6 1,-2-3-350,-7 3 1,2-4 963,-6 4 1,0 0 0,-4 5 0</inkml:trace>
  <inkml:trace contextRef="#ctx0" brushRef="#br0" timeOffset="2034">1850 1234 8312,'-29'-5'0,"1"-4"0,2 0 282,4 1 1,4 1 1215,6 3-1289,5 2 0,8-3 3,11 5 1,10 4-311,7 0 1,7 1 167,1 0 1,5-4-428,8 3 0,3-3 197,1-1 1,6 0 48,1 0 1,1-4 62,4 0 1,0-4 180,-5 4 1,5-4 40,-4 3 0,0 0-145,3 1 1,0 3 146,1-4 1,2 4-31,6 1 0,-5 0-125,-4 0 1,0 0 13,1 0 0,5 0-28,11 0 1,-1-1-178,5-3 0,-6 2 161,-10-2 1,2-1 35,-2 0 1,1 1-8,-1 4 0,3-1 43,-3-3 0,-3 3-57,-1-4 1,-9 3 94,-3-2 1,-2 2-30,1-2 0,4 3 7,4 1 0,1 0-67,0 0 0,-2 0 2,-3 0 0,-6 0 20,-6 0 1,-5 0 13,1 0 0,-1 0 176,1 0 0,0 4-191,9 0 0,-4 1 15,8 0 0,-4-4-38,0 3 1,-5-3-191,0-1 1,-6 0 111,-2 0 0,0 0 48,-5 0 1,5-4 238,5 0 0,1 0-125,7 4 1,-1-4-78,0 0 1,6-2 32,3 2 1,-7 3-83,-2-3 0,-8 2 34,0 2 1,-4 0-22,-4 0 1,3 0 32,-3 0 0,4 0-9,4 0 1,1 0 90,3 0 0,-1 0-81,-3 0 0,-2 0 1,2 0 0,-3-4 10,-1 0 1,-4 0-26,0 4 0,-4 0 0,4 0 1,0 0-10,4 0 1,1 0 0,3 0 0,-3 0-7,4 0 0,0-4 51,-1 0 0,-4 0-35,-4 4 0,-6 0 79,2 0 0,0 0-68,-4 0 0,1 0 35,-10 0 1,5 0-43,-5 0 1,6 4-1,-1 0 1,-2 0-54,1-4 0,1 4-8,4 0 1,-1 0-77,1-4 0,0 4 118,-1 1 1,0-1-21,-4-4 0,6 0-1,-5 0 1,5 4 101,-6 0 1,0 0-97,0-4 0,1 0 8,3 0 0,-3 1 51,-1 4 0,-3-4 129,3 3 0,0-3-159,0-1 0,-2 0 21,-6 0 1,5 4-43,-1 1 0,5-1 34,-5-4 0,6 0 27,-1 0 1,2 0 8,2 0 1,4 0 0,-1 0 1,7 0-18,-3 0 1,4-2 13,1-2 0,3 3-111,-3-3 0,3 2 95,-8 2 0,4 0-117,1 0 0,-5 4 99,-4 1 1,3 0-133,-3-1 0,7-2 75,-2 2 0,-2-3-2,2-1 1,-2 4 23,2 0 0,4 0 2,0-4 1,-4 4 115,4 1 1,-7-1-114,3-4 0,-4 1 49,4 3 0,-6-2-31,2 2 0,-3-3-55,-1-1 0,1 4 48,3 0 1,-3 0-6,3-4 1,1 0 6,-2 0 1,7 0-8,-2 0 1,-2 0 91,2 0 0,-6 0-90,2 0 0,-3 2 5,-1 2 1,0-3 8,-1 3 1,0-2 20,-4-2 0,3 0 30,-2 0 0,-3 4-45,-2 0 0,2 0-26,-2-4 0,6 0-122,-1 0 1,-2 1 147,2 4 1,-2-4-27,1 3 1,4-1 65,-4 1 0,4-3-55,0 3 0,1 2 22,0-2 0,-2 1-15,-3 0 0,4-3 0,-4 7 0,0-5-1,0 4 1,1-4-8,3 4 1,-3-5 0,-1 1 0,0-1 3,0 1 1,3-3 21,-2 3 0,-2-2-21,2-2 1,-5 0 87,5 0 0,-1 0-13,5 0 1,-4 0 11,-1 0 1,-1 0-31,2 0 1,5 0 6,-6 0 1,11 0-2,-7 0 1,4-2-8,-4-2 0,1 3-58,0-3 1,4 1 52,-1-1 0,1 3-125,-4-4 1,4 0 65,-1 1 0,-3 0-10,-4 4 0,-1 0 27,5 0 1,-1-4-9,1 0 0,1-1-12,3 5 0,-3 0 16,3 0 1,2 0-7,2 0 0,-3 0 9,-1 0 0,1 0 2,-1 0 0,0 0-4,-5 0 1,1 0-5,0 0 1,-1 0 16,1 0 1,-2 0 2,-2 0 1,1 2 44,-6 2 1,5-3-50,-5 3 0,5-2-33,-5-2 1,5 0 34,-5 0 0,6 0-3,-1 0 0,2 0-5,2 0 1,0-2-4,-1-2 1,1 3 99,0-3 0,-1-2-91,1 2 1,0-5 20,-1 0 1,-3 2-12,-1-1 0,0 1 1,0-1 1,2-3 6,-6 3 0,2-3 5,-1-1 1,-4-1 17,4 1 1,-3 0 3,-2-1 1,4 1-2,1 0 0,3-1 6,-3 1 0,1-4-107,-2-1 0,-1-1 85,6 2 0,-6 2-69,1-2 0,-2-2 71,-2 1 0,-1-4-7,-3 0 1,3 2-10,-2-2 1,-3 2 2,3-2 0,-2-2-25,1 3 0,3-2 17,-3 1 0,-1-2-11,1 2 1,-4-2 17,4-2 0,-5 5-3,1-1 1,-2 2 2,-2-2 1,0-2-140,0 3 1,-4-4 111,-1 0 0,-4 3-2,1 1 0,-5-1-85,-3-4 0,1 2 8,-6 2 1,5-2-20,-5 3 0,1-4 64,-5 0 1,2 3-59,2 0 0,-2 6 62,2-1 1,-2-2 4,-2 2 1,5-1 32,-1 5 1,-1 4 5,-7-1 0,3 1 20,-2-4 0,-4 4 13,-1-1 0,-2 5 82,-2-4 0,0 1-68,0-1 1,-5 1-21,1 3 1,-1 3-9,1-3 1,2 1-12,-2-1 1,8 2 40,5-2 1,1 2 2,3-3 1,-5 4 35,0-3 0,0 3-71,5 1 0,-2 0 86,-3 0 0,-1 5-65,-3 3 1,-3 3-17,3 2 0,-2-1 36,-2 0 1,0 5-129,0-1 1,4 2 37,0-2 0,4 2-14,-4 3 1,5 2 1,-5-2 1,5-2 40,-1 1 1,3 1-24,2 4 1,-5-1 8,0 1 1,-1-5 62,1 1 1,3 0-57,-3 3 1,5 5 57,3 0 1,-1 0-36,6-5 0,-1 2 4,5 3 1,5-3 85,3 3 1,-1-2-85,0 2 0,1-1 44,4 4 0,6 1-36,2 4 0,4 0 68,5 0 0,2 2-68,6 2 0,5-7 1,3 3 1,8-4-1,4 0 0,9-3-2,3-5 0,3-2-596,2-2 0,9 0 132,12-4 1,-34-9 0,3-1-227,11-2 1,1-2-1,2 3 1,1-1-75,6-1 0,2 0 0,6 2 0,2-1-255,6 2 0,2-1 971,1 0 0,0 0 0,-26-1 0,1 0 0,0 0 0,32 2 0,0-2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28:42.668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986 1148 8149,'-7'-6'-830,"-4"5"920,4-5 1,-1 2 74,0 0-252,5 0 165,-2 4-69,5 0 0,0 1 74,0 3 0,0-1 212,0 5 1,0-4-98,0 5 0,5-1-47,3 4 1,0 1-61,5-1 1,-4 0 18,8 1 0,-3 3-147,-2 0 0,6 2 104,2-1 1,4-4-89,0 4 0,2-3 33,3-2 0,3-5 18,5-3 1,4-3 26,0-1 0,4 0 18,-4 0 1,4-1-23,-4-3 1,1-3 12,-5-5 0,0-1 8,0 1 1,5-5-8,3 1 1,3 0-55,2 3 0,0-5 2,4-2 0,-3-3-12,2-2 1,-2 0 42,-2 1 0,-4-7-10,0-2 1,-1 2-1,2-2 1,2 4-7,-3-4 0,-1 5 49,1-5 0,-5 7 16,1 1 1,-4 0-112,-4 5 0,-3-2 62,-6 1 0,-4-1-11,-4 6 1,-6-6 62,-2 1 0,-4 1 3,4-5 1,-5 7 4,1-6 1,-3 2-50,-1-3 1,5-1 25,-1-3 0,0 3-15,-4-3 1,-2-1 107,-2 2 1,-3-7-42,-5 2 0,0 3 97,-1 1 1,-4 5-108,-4 3 1,-4-1 5,-3 6 0,-9-3-169,-9 6 0,-3-2 106,-4 7 0,-4-3-103,-4-1 1,-1 3 121,0 1 1,5 4-232,-1-4 1,3 5 32,-6-1 0,2 1-28,-7-1 1,-1 3 119,1-3 0,-1 2 38,1 2 1,9 0-47,-1 0 1,6 2 3,3 2 0,-10-1 158,-3 5 0,-2-4-72,2 4 1,2-4 17,2 4 1,0-3-9,9 3 1,3-4 3,9 4 0,-2 0-44,-2 5 1,-1 3-3,-4 1 1,-2 5-42,3-2 0,1 9 58,-1 4 1,1 8-54,-1 4 0,4 9 35,8 3 0,-1 3-38,5 2 0,-4 4 17,4 0 0,-1 1-209,1-1 0,3 2 167,-3 6 0,1 3-5,3-3 0,9-8 123,11-13 1,16-8-88,10-3 1,16-10 219,16-3 1,6-12-66,15-5 0,15-8-426,-36-1 0,1-2 0,9-2 0,2-2 215,2 0 0,2-2 1,3-3-1,1-2-389,-2-2 0,2-1 0,4-1 0,2-2 269,8-2 0,3-1 0,3-2 0,2 0-139,1-2 1,1 0 0,-31 8 0,0-1 0,0 1-2109,31-8 1,0 1 2424,-30 6 0,0-1 0,0 2 0,1 0 0,-1 1 0,1-1 0,1-1 0,-1-1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7:51.299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0 3515 7338,'0'-25'0,"0"0"-1060,0 1 960,6-1 0,2 2 0,9 1 70,3 1 1,9 1 29,4-5 0,8 4 0,4 1 0,14 1 0,7-2 0,11-2 0,4 4 0</inkml:trace>
  <inkml:trace contextRef="#ctx0" brushRef="#br0" timeOffset="835">2615 2676 7813,'-6'8'324,"-7"0"641,1-5-855,0 8 1,14-5-10,15 2 0,7-3-316,13-5 1,10 0 193,2 0 0,12-5-311,-4-3 1,6-10 105,-5-7 1,1-5 196,-2-7 0,4-11-44,-4-5 0,-1-8-307,2-5 1,-2-5 370,-27 31 0,0-2 0,1 1 0,-1 0 0,-2-4 1,-1-1 0,22-36 14,-7 4 0,-5 7 39,-7 1 1,-2 0-151,-10-4 0,-1 0 168,-4 0 1,-3-2 124,-1-2 0,-6 2-46,3-7 1,-5-4-303,-5-8 1,-3-4 220,1 48 1,-2 0-1,-12-39 19,-8 4 1,-8 9-17,-8 7 1,-10-2 26,-6 2 0,-6 10-27,-7 6 0,0 9 8,0 8 1,2 5 4,-2 4 0,2 8-132,-11 8 1,0 7 116,-8 9 1,8 4 55,-4 8 0,15 5-60,2 8 1,4 4 4,0 8 0,-4 8-34,-8 9 0,8 7-11,0 5 1,12 4-8,4 5 1,2 4-50,25-36 0,1 1 1,0-3-1,1 0 11,-2 4 0,0 1 0,4 0 0,1 0 36,1 1 1,1 1-1,1 2 1,1 0 76,1-1 1,1 1 0,3-3 0,3-1-47,2 2 0,4-1 1,-1 48 33,8-46 0,3 1 0,0-3 0,4 0-17,5 3 1,3-1 0,1-1 0,2-1-216,4 3 0,3-1 0,2 0 0,0 1 175,3 2 1,0-1-1,1-2 1,-1-1-7,0 1 0,0-3 0,1-4 1,1-3 23,1 0 0,2-3 1,1-6-1,3-3 51,0 0 0,2-4 0,45 15 38,-40-22 1,1-3-1,35 1-70,1-5 0,4-11-86,5-6 1,-45-4 0,0-3 8,2-3 1,-1-5 0,-1-5 0,-3-5-211,-3-5 1,-1-2 0,1-5 0,-1-2 153,2-3 1,1-2-1,2-6 1,0-1-87,1-1 0,0-3 0,0-3 0,-2-3 165,-3-3 0,-1 0 0,-2 2 0,1-1 0,1-3 0,1 0 0,0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7:53.32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136 2158 8098,'-24'0'-205,"0"0"0,4 0 0,2 1 0,2 3 44,-1 5 0,6-1 192,7 4 1,3-2-8,1 6 1,3 3 185,5 2 1,5 2-144,12 2 1,7 4 138,5 0 1,7-1-121,9-3 0,-1 0 149,6-1 1,-5 1-197,5 0 0,-1-2 9,5-2 0,-2-5 23,-2-8 0,6-11-80,-2-13 0,2-11 170,-2-19 1,-7-11-463,-6-17 1,-1-14 331,-27 38 0,-1-3 0,3-4 1,-1-2 2,-1-6 1,-1-2 0,4 0-1,-1-1-386,-1-2 1,1 0 0,6-4-1,3 0 317,1-4 0,4 0 0,2-1 0,2 1-125,2 2 0,1 0 0,-2 0 0,-1 0 1,-3 4 0,-2 0 0,2-1 0,1 1-289,1 0 1,2 0 447,4-4 0,2 0 0,0 4 0,2 0 0,3-4 0,1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8:04.80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765 75 7706,'-17'-2'0,"-3"-1"-30,1-1-252,1 0 1,2 4-1,0 0 293,0 0 1,3 0 67,0 0 1,5 2 36,0 2 0,4-2-89,-4 7 0,4-5 6,-5 4-40,1 0 1,-4 0 0,-1 1 0,5-2 45,0 1 0,0 3 14,-5-3 0,1 4 30,0 5 1,-5-2-76,1 5 1,-5 2 118,5 7 1,-5 3-44,5 5 1,-6 9 42,1 4 0,-2 2-94,-2-3 0,5 0 14,-1 1 1,1-1-24,-5 0 1,6-3-9,2-1 0,0-4 29,0 4 1,2-1-12,7 1 0,-3 3 73,3-3 0,2 5-67,2 3 1,3-6-12,1 2 0,0-6 37,0 2 1,0-4 4,0 4 1,5-1-57,3 1 1,3 3-3,2-3 0,4 9-73,4 3 1,-2-2 89,2-1 1,-2-5-46,2-4 1,2-1 43,-3-3 0,4-9-7,0-3 1,1-9 55,0-8 0,1-5 6,3-3 0,1-2-18,3-2 1,1 0 17,-5 0 1,5-2-67,-1-2 1,2-3 34,2-5 0,0-6-43,0-2 0,3-5 44,5-4 1,-5 2-117,5-6 0,-1-5 87,-3-8 0,-4-8-17,-4-8 1,-5-5-248,0-7 0,-3-6 223,-4-2 0,-4-4 117,-4-5 0,-6 4-84,-3-4 1,-3 7 67,-1 2 1,0 4-54,0-4 0,-3 11-31,-5 1 1,-1 0-3,-12 0 0,-4-5-101,-3 1 1,-7 4 74,2 12 0,-6 5-20,-2 7 0,-5 5 130,5 8 1,-1 10-92,1 11 0,2 1 82,-2 7 0,8 0-68,4 4 0,3 5-24,2 3 0,5 5 93,2 3 0,1-2-490,3 2 0,0 3 415,9 2 0,-6 2 0,3 2 0</inkml:trace>
  <inkml:trace contextRef="#ctx0" brushRef="#br0" timeOffset="341">1074 4157 7730,'-26'-24'0,"-3"-1"0,3-5 0,-4-2 0</inkml:trace>
  <inkml:trace contextRef="#ctx0" brushRef="#br0" timeOffset="742">876 2739 7695,'0'19'0,"0"-1"-210,0 0 1,0 1 112,0 6 0,5 9-181,-1 3 1,5 14 360,-1 2 1,5 7-77,3 6 1,-1 7 151,6 5 0,-6 1-402,1-1 1,-3 7 325,-5 6 0,3 8-46,-3-5 1,-4-41 0,-1 0 42,1-2 0,0 0 0,-2 6 1,0 0-14,2 2 1,1 1-1,-2 3 1,0-1-130,1 0 1,1 0 0,0 1 0,1 0 17,-2-3 0,0-1 0,1-1 0,1-1 65,0-1 1,0-1-1,2 41-390,1-18 0,-7-14-56,2-22 190,-2-18 1,-2-21-20,0-19 0,-2-26 254,-2-19 0,-3-9 0,-5-4 0</inkml:trace>
  <inkml:trace contextRef="#ctx0" brushRef="#br0" timeOffset="1518">50 297 7774,'-5'6'249,"2"0"-82,-5-6 1,3 0-437,-3 0 289,5 5 0,-6-2 173,5 5 0,0 1-461,4 3 1,0 0 167,0 1 0,0 0-70,0 4 0,0 2 149,0 6 1,1 3 2,3 1 0,3 5 45,5-1 1,1 7 50,-1 1 1,4 10 1,1-2 1,3 12 5,-3 4 1,3 4 11,-3 9 1,3 3-184,-3 1 1,3 4 245,-3 5 0,-1-3-84,-3 2 0,-2-4-119,-3-3 0,1-3 32,-4-1 0,-1-15-70,-4-2 1,0-10 33,0-7 0,4 2-154,0-6 0,4-2-168,-4-6 1,2-2 141,-2-7 0,-1 1-425,5 0 651,-5-6 0,8-1 0,-5-6 0</inkml:trace>
  <inkml:trace contextRef="#ctx0" brushRef="#br0" timeOffset="2293">247 3738 7711,'-8'-12'-9,"0"-1"1,0 0 30,-5-4 0,2 2-230,3-5 1,-1 3 48,4-3 1,1 3 102,4-3 1,0 4 108,0 0-8,0 8 1,2 2-30,2 6 0,3 2 56,5 2 1,0 4 49,1 8 1,-1 8-47,0 5 1,2 6 155,3 2 1,-4 6-14,4 6 1,0 6-117,0 2 0,1 11 56,-2 6 1,-2 11-298,2 9 0,-8-42 0,-2 2 193,0 3 1,0 1 0,0-2 0,-1 0-25,0 4 1,-1-1-1,1-2 1,-1-1-70,-1-2 0,-2-1 1,3 41 73,-4-7 1,0-18-113,0-7 1,0-11 28,0-14 1,-4-6 75,0-2 0,-5-8-96,0-5 0,3-6 86,-3-2 1,5-1-65,-4 1 685,0 3-653,-5-4 1,2 1 1,3 0-1,-3-5 1,8 3 95,-5-6 1,4 0-81,-4 0 1,5-2 198,-1-2-181,-3-3 0,6-5 61,-3 0 0,2-1-54,2 1 1,0 0 4,0-1 0,0 1-8,0 0 1,0-1-11,0 1 0,0 4-48,0-1 1,4 1 56,1-4 0,0 0-65,-1-1 0,-1 5 63,5 0-53,-5 0 0,6-5 7,-4 1 1,3 4-4,-4-1 1,4 5-82,-4-4-202,6 5 105,-3-2 1,5 5 91,0 0 1,-3 0-498,-1 0 89,-5 0 73,2 0 1,-5-2-69,0-2 515,0-2 0,-11-12 0,-3-1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8:08.41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99 1 7517,'-9'39'0,"-4"0"0,1-4 0,1 1-1013,3 0 990,0 1 1,1-2-1,3 0 132,2-3 0,-2-4-89,0 1 0,-1 1-10,0-1 1,4 5 5,-3-1 1,3 4 68,1 4 0,0 4-84,0 9 1,0-4 47,0 4 0,0 2-28,0 1 1,4 0 50,0 0 0,1-9-43,-1 2 0,-2-9-42,2 0 0,1 1 12,-1-1 1,2 1-9,-2-5 0,-3 0 3,4 0 0,0 0-7,-1 0 0,4 0 38,-4 0 0,2 4-22,-2 0 1,-1 7 25,5 1 0,-4 2-22,4 6 0,-1 0 52,1 0 1,3 5-24,-2-1 0,0-3 4,-1 4 1,3-7 26,-2 2 0,2 6 3,1 7 0,0-1-112,1 0 1,3-3 85,1 4 1,-1-5-10,-4 0 1,-1-7 10,-3-5 1,2 2-77,-6-1 0,4 3 21,-3-3 0,3-1-9,-4-4 1,0-1 16,-4-2 1,0 2-7,0-3 1,0-3 47,0-1 0,-1 3 92,-4 2 0,4 6-66,-3 1 1,-1 0-49,0-3 1,1-1 31,4 1 0,0 3-6,0 0 1,0-3 0,0-5 0,0 0-19,0 5 0,0-1-8,0 0 0,0-5-119,0-3 1,4-8 77,1-4 1,-1-3-201,-4-1 0,0-10-98,0-3-76,0-8 164,0 2 0,-2-8-93,-2-2 1,-1-7 125,-4-5 1,-6-12 198,3 0 0,-4-14 0,-1-7 0,-2-11 0,-6-9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8:09.294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592 1 7837,'-24'20'0,"-1"0"-249,0-3 0,6 5 123,3-1 1,6 4 160,2 3 0,5 0 45,-1 5 0,3 0-52,1 4 1,0 0-56,0 0 0,1 5 47,3 3 1,-1 3-34,5 2 0,-1 10 24,1 6 1,3 5-3,-2 3 0,-3 0-146,3 0 1,-1 7 141,4 5 1,-4 5-246,1 3 0,-3 4 258,3-4 0,0 5 36,-7-48 1,0 1-1,2-2 1,1 1-40,-3 2 0,0 1 1,0-1-1,1-1 57,0 2 0,-2-1 0,0 3 0,0-1-37,1 1 0,0-1 0,-1 1 0,1-1 2,0 3 0,0 0 0,-1 0 1,0 0-19,3-1 1,1 1 0,-4 3 0,0 2-4,1 0 1,0 1 0,1-2 0,0-1-194,-1 3 1,0 0 0,0-2 0,0-1 207,-2-3 0,0-1 0,0 3 1,0 1-58,0-1 1,0-1-1,0-3 1,0-1 45,0-1 1,0-1-1,0 44-290,0-2 1,0 1 287,0-45 0,0 1 0,0 38-102,0 1 0,0-12 56,0-1 0,0-1 15,0 1 1,0-9-121,0-4 0,-1-7 65,-3-9 1,2-9 188,-2-3 0,1-12-225,-1-1 1,3-11 414,-3-1-751,-3-8 447,6 2 0,-9-17-106,6-6 0,-6-13 215,2-11 0,-4-4-116,-5-13 0,-2-10 0,-6-8 0</inkml:trace>
  <inkml:trace contextRef="#ctx0" brushRef="#br0" timeOffset="825">50 420 7852,'-2'14'-63,"0"1"0,-4 3 1,1 0-1,-2 1-54,0 0 1,4 2 147,-1 3 1,-1 5-142,1 0 0,-1 1-11,5-1 1,0 1 128,0 3 0,0-3-66,0-5 0,0 1 69,0 3 1,0 1-75,0 3 0,0 2 50,0-2 0,0 7 23,0 1 0,0 11 11,0 1 1,0 8 3,0 5 0,5 3-33,-1 10 1,0 0 28,-4 3 1,0 3-177,0-2 0,0 11 186,0 5 1,0-44 0,1 1 42,1-1 0,0 1 0,-1 2 0,1 0-289,2 2 0,0 0 1,0 4-1,0 2 255,2 5 1,1 2 0,-1 2-1,0 2-15,0 1 0,0 0 1,1 2-1,-1 0-338,0 2 1,0 1 0,2 1 0,1 0 330,-1 4 1,0 1 0,2 2 0,1-1 11,-3 0 0,0 1 0,3 2 1,0-1-59,-1-5 1,0-1 0,2-1 0,0 0 51,0-3 0,0 0 1,1 0-1,-1-1-272,0-2 1,1-2 0,-1-3 0,-1-4 150,0-7 0,-1-2 1,-1-5-1,-2-1 3,1 43 0,-2-13-93,-6-15 0,0-16 277,0-21 0,-6-10-90,-2-15 0,-3 3 0,-1-4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8:19.55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1715 38 8110,'-18'0'0,"-1"0"-199,0 0-282,-5 0 1,11 0 0,-4 0 578,3 0 222,2-6 0,1 3 333,3-5-469,2 5 1,6-3-36,0 1-99,0 4 1,2-4-40,2 5 0,3 0 78,5 0 0,0 0 36,1 0 0,0 1-41,4 3 1,2-1 17,6 5 0,-1-4-49,1 4 0,5 1 12,3 3 1,3-1 26,1-3 1,1 6-10,3-6 1,-1 6-19,5-6 1,2-3-41,6 0 1,4-4-21,4-1 1,4-1 6,5-4 0,6-3-210,15-8 0,1 2 108,2-2 1,-2-1-203,-6 5 1,6-3 222,3 7 1,-45 4 0,1 2 36,1 0 0,-1 0 0,46 1-12,-6 1 1,-1 0 56,5 0 1,-45 0 0,1 0 45,3-1 0,-1 2 1,-2-1-1,-1 1 5,37 3 0,6-3 154,6 4 0,-1-4-142,-46-1 1,-1 0-1,48 1-25,-5 3 0,-44-3 1,0 0-31,2 1 0,-1 0 1,2-1-1,0 1 21,4 0 1,1 0 0,-4-2-1,0 1-72,-1 1 1,1 0-1,2 1 1,2 1 15,3 0 0,1 0 0,-1 0 0,0-1-32,1 1 0,-1 0 0,-3 0 0,-2 1 35,-2 1 1,-1 0-1,5-2 1,2 0-47,4 0 0,-1 0 0,-2 0 0,-2 1 35,-3 0 0,-1 2 1,-1-1-1,-1 0 4,45 7 1,-44-8-1,2 1-29,4-2 1,-1 0-1,-5 1 1,-2-1 16,46 0 1,-2 2-82,-1-2 1,-44-3-1,2-1 18,3 3 0,-1-1 1,44-2-17,-5-5 0,-10 0-11,-10-3 0,7-2-212,5 6 0,-5-1 121,1 0 0,-12 4 69,-8-3 1,-6 4-123,-7 4 0,2 2 283,2 2 1,0 3-697,4-3 677,1-3 0,5 9 0,3-6 0,3-2 0,4-3 0</inkml:trace>
  <inkml:trace contextRef="#ctx0" brushRef="#br0" timeOffset="1317">2591 75 7974,'-94'11'0,"7"-3"-6,7-4 0,13-3-128,14-1 0,7-4 139,5 0 1,7 0-70,1 4 1,-1 0 121,-7 0 1,2-1-159,-2-4 1,3 4 62,1-3 0,1 1-11,3-1 1,3 3 120,5-3 1,2 2-29,3 2 1,2 0 14,5 0 0,5 0 362,0 0-132,5 0-114,-2 0-115,5 0 0,1 0 73,3 0-81,3 0 0,5 0 19,1 0 0,-1 4-2,0 0 1,2 6 20,3-2 0,-2 3-3,5 2 0,1-1 130,3 0 1,7 6-88,2 3 1,8-2-8,4 1 1,3 1 3,1 4 0,5-5-26,-1 1 1,2-6-57,-2 1 0,10-2 5,11-2 0,7-5-266,10-3 1,-5-2 108,0-2 1,1 0 34,-5 0 0,7 0 60,2 0 0,0 0-23,0 0 0,-5 0 38,1 0 1,3 0-58,-4 0 1,5-2 44,-1-2 1,2 1-3,3-5 1,1 0 39,-6-4 1,6-1-8,-1 1 0,-45 6 1,1 0-1,0-1 1,1 1 0,1 1 0,-1-1-16,47-2 1,-46 3-1,1 0 10,-3 3 0,1 0 0,1 0 1,2 0-8,0 2 0,1 0 0,-1 0 0,0 0 17,-2 0 0,0 0 1,2 3-1,0 1-172,-1 2 1,-1 0-1,3 3 1,0 0 187,0 3 0,-1 1 0,2-1 0,-1 1-38,-5-1 0,1 0 1,2 1-1,0-1-3,-1 1 1,1-1 0,-2-2 0,0-1-41,-1-1 1,1 0 0,-2-1-1,0-1-78,48 2 0,-48-5 0,0-1 42,2-1 0,-1-2 0,48 1 68,0 0 0,-12-5-36,-9-3 1,5-5-54,3-3 1,-4 2 1,5-2 1,-17 2 36,-9 2 0,-6-3-6,-14 2 0,0-2 85,-4 7 0,-5 1 167,-3-1 0,-5 4-73,-3-5 0,-3 5 283,-6-4 1,-5 4-198,-3-4 0,-8 4 205,-4-5 1,-9 1-319,-3-4 1,-8-2 36,-1-2 1,-6 2 88,-2-2 1,-2 1 36,-6-2 0,0 5-79,-4-1 1,-12 1-31,-5 4 0,-8 1 0,-8-1 1,0 5-361,-8-1 0,0-2 285,0 2 0,40 2 1,-1 0-18,-6 2 1,-2 0-1,1 0 1,0 0-276,-3 0 1,-1 0 0,-3 0 0,-1 0 175,1 0 0,-1 0 1,-5 0-1,-1 0-2,-6 0 0,0 0 0,5 0 0,-1 0-282,-1 0 1,-2 0 0,1 1-1,0 0 287,-2 1 0,0 0 1,-3-2-1,0 1 24,-3 1 0,0 0 0,2-1 0,1 0 2,-4-1 1,1 0 0,1 0-1,0 0 16,-1-1 0,0 2 1,-1-1-1,1 1 6,-4 1 0,-1 0 1,2-1-1,0 1 1,1 2 0,-1 0 0,3-2 0,0 0 6,0 2 0,-1 0 1,-3 0-1,-1-1-9,-1 1 0,0 0 0,3 1 0,1 0-299,3-3 1,1 0 0,-2 2 0,0 0 272,-4-1 0,-1-2 1,1 2-1,1-1 25,2-2 1,1 0 0,1 0-1,2 0-141,2 0 1,1 0 0,1 0 0,-1 0-181,2 0 0,0 0 0,-1 0 0,-1 0-25,2-1 0,0 2 0,3-1 0,1 1 53,8 0 1,1 2 0,-2 1 0,1 2-160,-2 3 1,0 2 0,3 1-1,1 4 450,6 3 0,1 3 0,1-1 0,0 2 0,6 1 0,2 1 0,-3 0 0,0-1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8:27.996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1419 49 8197,'-25'-1'0,"1"-3"-222,-1-4 261,6 2 1,-3-5 164,5 3 0,1 3-128,4 0 0,-1 4 81,1 1 0,0 0-224,-1 0 1,0 1 2,-4 4 1,1 1-37,-9 7 1,3 0 151,-7 4 1,-2 1-37,-2 2 1,-3 5 116,-1 0 0,0 1-71,0 7 0,0-1 33,0 5 1,0 6-16,0 2 1,6 7-15,2 2 0,-1 9 30,1-2 1,-4 9 9,4 0 0,0-3-125,5-1 1,-1 3 158,0 1 0,2 9 87,3 7 0,3 5-430,9 3 1,2 5 220,6 0 1,0-45-1,0 1 48,0 5 0,0 0 0,3-2 0,0 0-71,1 0 0,0-1 1,1 2-1,1 0 32,0 1 0,0-1 0,1 3 1,0 0-78,1 2 1,1-1 0,-3-2 0,1-1-182,1 1 1,1 1 0,0 1-1,0 0 180,-1 3 1,0 0-1,3 2 1,0 1 15,-1 3 0,0 0 0,0-2 0,0 1 34,0 5 0,0 0 0,0-3 0,-1-1-11,1 2 0,1 0 0,1 2 1,-1-1 12,0-3 1,-1 0-1,-1-2 1,1-2-6,0-3 0,1-2 0,-3-1 0,0-1 7,2-1 1,1 0-1,-1-2 1,0-1-143,2-3 0,1-1 0,11 42 202,1-12 0,5-7 11,3-14 0,8-4 75,5-13 1,2-8-76,1-8 0,2-10-43,2-7 0,-2-5 315,2-7 1,-2-7-320,-2-5 1,7-11-25,6-10 1,9-12 163,7-5 0,1-7-178,-5-1 0,-7-8 14,-6-4 1,-28 30 0,-1-2-19,-3-1 0,-1 0 0,4-2 0,-1-1 13,-2 1 0,0 0 0,3-2 1,0 1-20,1-3 1,0-1-1,2-4 1,-1 0 13,-2-1 1,-3-1 0,-1-1-1,-2-1-165,-5 0 0,-1 0 0,-1 0 1,-1-1 163,-1-2 0,-1-2 0,1-4 1,-1-1 1,-3 0 0,-2 0 0,1-1 0,-2 1 11,-3 4 0,-1 0 1,-1-1-1,1-1 0,-2-4 0,0 0 0,-2-2 1,-1-1 18,-4-1 0,-3 0 0,0-2 0,-3 1-294,-4 3 0,-2 0 1,-1-1-1,0-1 300,-2 0 0,-1 0 0,-3-1 1,-3 0-27,2 0 0,-3 2 0,-4 2 1,-3 2 100,1 4 0,-2 2 1,-6 0-1,-3 2-28,-4-1 1,-1 0 0,-1-2 0,-1-1 15,1 3 1,0 1 0,-1-1-1,1 2-97,4 8 1,0 1-1,-4-3 1,-2 1-70,-6 1 1,-2 2 0,5 0-1,0 1-95,3 4 0,-1 4 0,3 6 0,0 5 203,-38-7 0,39 25 0,-2 4-82,-5 3 0,-1 5 0,1 9 1,0 4 20,-1 3 1,1 5 0,0 12 0,2 6-335,-1 8 0,1 4 1,-3 7-1,-1 4-900,-5 10 0,1 4 1260,7 1 0,1 2 0,15-24 0,0 1 0,0 0 0,-12 27 0,0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8:43.471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1271 326 7780,'-37'16'0,"1"2"0,2 0 0,1 1 0,0 0-329,2 3 1,-1-4 180,4-2 0,-3 2 323,-1-1 0,-7-1-119,6-4 0,-1 5 100,5-1 0,3 2-152,-3-1 1,5-2 35,3 5 0,2-3 97,3 3 1,2-1-74,-3 2 0,5 2 32,4-2 1,-3 1-61,3-2 1,1 4-4,-1-4 1,3 4-20,-3 0 0,5-1-71,-1-2 0,2 1-72,-2-6 0,2 1 42,-2-5 0,-1-4-19,0 1 1,1-5 71,4 4 1,-4-4-198,0 4 55,0-5-185,4 3 214,0-6 1,4-10-296,0-2 442,6-9 0,-3 2 0,5-6 0</inkml:trace>
  <inkml:trace contextRef="#ctx0" brushRef="#br0" timeOffset="459">568 733 7768,'-55'19'6,"0"-1"1,2-2-57,4 1 1,3 1-124,1-2 1,3-2 241,5 2 0,5-4-61,3-3 1,5 2 221,3-3 0,-1 4-69,6 5 1,1-2-195,6 5 0,0 1 30,5 4 0,0 5-5,4 3 0,0 4 17,0 4 0,6 3 4,7 5 1,6 6 15,10 2 0,0 5-17,8 4 1,4 2-247,12 6 0,6-4 248,11 0 1,-6-12-32,6-5 1,-5-9-33,-4-11 1,0-4-30,-4-9 1,2-8-14,-5-7 0,7-5 74,-3-5 0,6-3-10,-10-8 1,1-9-9,-14-8 1,-6-5 101,-6-7 0,-4-13-57,-5-16 0,-2-7 92,-6-9 0,-7 40 0,-1 0-225,0-5 1,0-1 0,-2-4 0,-1-1 146,1-2 1,0-1 0,-2-2 0,-2 0-250,-1 2 1,-2 1-1,-2-3 1,-2 1 230,-6 3 0,-3 1 0,-1-3 0,-2 1-46,-4 4 0,-3 2 0,-5 3 0,-3 3 31,-3 6 0,-4 4 0,-1 5 0,-1 4-13,-2 5 0,-1 5 1,-46-4 2,7 22 1,8 26-71,9 19 1,-6 19-148,35-22 0,0 2 0,-1 7 0,2 2 93,0 6 0,2 1 0,3 1 0,4 0 55,5-1 1,3-1-1,3-2 1,3 0-59,3-2 0,3 0 0,1 0 0,2 0-175,0 43 321,8-15 0,4-11 0,9-10 0,2-1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8:44.564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8536 2578 7697,'-44'-23'0,"2"2"-275,-1 5 0,0 1 34,-7-2 0,2 4-53,3-4 1,4-1 186,8 2 0,-1 4 105,5 3 1,0 7 227,4-2 1,1 4-196,-1 4 1,0 8 105,1 9 0,-1 3-95,0 5 1,2 3 80,3 5 0,-2 5 22,5 3 0,2 5 19,7 3 1,2 3-42,6 6 1,6 11-50,2 5 1,13 0-203,3 0 1,13 0 207,0-4 1,9 0-75,-1-12 1,0-5 58,4-11 1,5-5-195,12-8 1,6-10 83,6-11 0,5-8-92,-5-12 0,-1-13 97,-8-16 0,1-10-22,-8-11 1,-3-8-250,-10-4 0,1-8 290,-1-4 0,-27 34 0,-2-3-4,0 0 1,-3-1 0,-3-3 0,-3-2 9,-4 2 0,-2-1 1,0-2-1,-3 0 38,0-4 1,-4 0 0,-4-3 0,-4 0-11,-1 1 1,-3 1 0,-6 2-1,-4 2-182,-1 7 0,-3 2 1,-5 1-1,-3 3 193,0 0 0,-2 1 1,-2 1-1,-1 1 4,3 3 1,-2 2 0,-2 3 0,-2 5-23,-46-11 0,41 28 1,-1 4 6,-5 1 0,-1 4 0,1 5 0,2 3-101,1 4 0,1 5 1,0 6-1,3 6 30,2 7 0,2 6 0,-7 5 0,-1 3-261,-3 4 0,-1 3 319,-4 2 0,1 3 0,2 3 0,1 2 0,-2 2 0,0 0 0</inkml:trace>
  <inkml:trace contextRef="#ctx0" brushRef="#br0" timeOffset="709">408 2171 7889,'-76'6'53,"8"2"1,13 3 0,14 3 0,11 2 165,3 5 1,6 3-373,4 5 0,-3 0 111,7 8 1,-1-2-16,6 11 0,-1 3 95,5 4 1,-1 8-134,5 0 0,3 9-104,5 13 1,6 6 163,-3-38 0,3 0 0,1 0 0,1 0-230,2 2 0,1 1 0,3-1 0,2 1 263,3 1 0,3 1 0,1 1 0,1-1 7,4 1 0,2-3 1,-1-2-1,0-2-3,0-6 0,0-2 0,-1-4 1,1-2 9,33 26 1,-4-16-50,-9-17 0,-2-15 52,-6-26 1,1-21-4,-1-25 1,-5-20 65,-22 32 1,-3-3-1,-4-4 1,-3-3-249,-1-5 1,-1-2-1,-2-2 1,-1-2 221,-1-3 1,0 0-1,0-8 1,1-1-24,-1 3 0,0 0 1,-2-3-1,-1 1 6,-1 6 1,0 0 0,-2-2 0,0-2-35,-1-2 1,-2 0 0,-2 10-1,-3 2 32,-1-1 1,-2 2 0,-3 8 0,-1 1-179,0 1 0,-3 3 1,-2 3-1,-1 2 4,-1-2 1,-1 3 0,-24-24-212,2 17 1,4 24 512,8 21 1,2 20-303,2 17 0,8 22-54,1 27 0,5 16-663,8-37 1,1 1 857,2 1 0,1 0 0,0 11 0,1 0 0,2-1 0,0-1 0</inkml:trace>
  <inkml:trace contextRef="#ctx0" brushRef="#br0" timeOffset="8071">2492 4650 7865,'-1'9'-48,"-3"-2"1,-3-1 0,-1 0 0,-1 1-317,0 0 1,-2-1 267,-2 3 0,-3 2 170,0-3 0,-1-1 6,5 1 1,-1-4-20,1 4 0,0-4-37,-1 5 0,5-7-16,0 2 0,4 2-3,-4-2-26,5 0-114,-3 2 201,6-5-118,0 4 1,0-6 58,0-3 0,0-3 19,0-5 0,0-1 9,0 1 0,0-6 5,0-2 0,0-2 16,0 1 1,-1-3 107,-3-1 0,1 0-15,-5-4 1,0 3-62,-5 2 1,1-5 98,0 0 0,-2-5-99,-2 1 0,2 2 3,-3-2 0,0 0 11,0-4 1,-5 0-14,2 0 1,2 5 19,1 3 0,0 3 11,0 2 1,1-1-63,3 0 1,1 6-3,0 3 0,1 2-101,3 2 0,-2-1 70,6 1 0,-4 0-105,3-1 0,-4 1 79,1 0 0,-2-5-69,2 1 1,-3-1 25,3 5 1,-3-4 26,-2-1 0,1 1 36,0 3 1,-2 1 13,-2 0 0,2-3 82,-3 2 1,4-5-62,0 10 1,5-5-38,0 4 0,5-7 21,-1-5 0,3 2-119,1-1 0,0-2 35,0-7 1,5 1-48,3-4 0,3 0 78,2-1 0,3-3-18,1 4 0,4-1-16,0-4 0,2 2 14,2-6 0,0-1 13,-1 1 0,7-7-26,1-2 0,5-3 2,5-5 1,7-1-150,8 6 1,5-7 171,4-2 1,1 4-303,3-3 1,-3-4 304,-5-5 0,1 1 20,3-5 0,-1 8-17,-28 31 1,0 0 0,35-34 21,-33 37 1,0-1 0,-4-3 0,0-1-20,30-37 0,-7 1 40,-5-1 0,0 6-7,0 6 0,5 2-187,7 2 1,-7 3 275,-1 6 1,-9 0-63,-2-1 1,-11 1 33,2 0 1,-8 3-50,0 1 0,-7 5 209,-2-1 1,-3 2-191,3-2 0,-5 6 339,2-2 0,-3 4-299,-2 0 0,0 3 210,1 6 0,-1 4-225,0 4 1,1 4 9,-1 3 0,0 0-30,1 5 0,0 0 14,4 4 1,-2 0-102,5 0 0,5 4 55,4 0 0,0 5-167,-5 0 0,1-2 8,0 1 1,3 0-7,1 4 0,1 2 123,-1 2 1,-1 4-16,4 4 1,1 8 164,4 5 0,7 8-99,6 13 1,6 7-188,-24-25 0,2 3 1,0 3-1,0 2 182,3 7 0,0 1 0,0 5 0,-1 2-319,-1 3 0,0 3 0,4 7 1,0 2 354,-1 5 1,2 2 0,-10-23 0,1 0-1,0 1-22,0 2 1,1 1-1,-1 0 1,1 2 0,0 0-1,-1 0-319,-2-1 0,0 0 1,-1 1-1,-1 2 1,-2 1-1,0 0 265,0 0 0,0 1 1,-1-1-1,0 1 0,-1 0 1,0 1-10,0-2 0,0 0 1,1 0-1,-1-1 0,1-1 1,0-1 19,-2-3 1,0-1 0,0 1 0,9 29 0,-2 1-226,-2-4 0,0-1 1,-3-3-1,-1-2 230,-2-6 0,0-1 1,-1-3-1,-1-2-24,-4-11 1,-1-1 0,1-3 0,0-2 126,0-6 0,-1-2 0,12 36-124,3-18 1,-4-11-59,-5-18 1,2-11 624,-6-6 1,1-6-1043,-5-6 2050,-5-2-1911,-1-6 0,-6-6 794,0-2 0,-2-9-741,-2-3 1,-4-5-80,-9-4 0,-2-8-743,-5-8 1123,-1-3 0,-5-12 0,-2-3 0</inkml:trace>
  <inkml:trace contextRef="#ctx0" brushRef="#br0" timeOffset="8828">6637 4206 7720,'-21'29'0,"2"0"-127,1-2 0,-4-2 172,2-4 1,-5 1-346,-4-6 1,3-1 159,-3-7 1,3-2 77,2-6 1,-1-2 64,0-2 0,1-8-8,-1-9 1,-1-6 43,-3-2 0,2-9-4,-6 1 0,5-7 175,0 3 1,-4-6-67,-1 2 1,-2-11 76,-2-2 1,-2-12-65,-2 0 0,4-9-244,0-11 0,19 42 1,0 0 115,3-1 0,2-1 1,-2-1-1,2 0 8,-7-43 0,10 43 1,2-1 7,1-1 0,2-1 0,1 1 0,1-1-58,0 3 1,2 0 0,0-1 0,2 2-10,3-40 0,-2 39 1,1 0 50,1 0 1,0-1-1,4-3 1,-1-2-65,0 0 1,-1-1 0,2 0 0,0-1-198,0 2 0,1-1 0,0-2 0,1-2 197,2-1 0,1-1 0,1-3 1,2 0 22,0 3 0,1 0 0,0 1 0,1 0-40,1 5 0,-1 1 0,1-1 1,-1-1 27,1 0 0,-1-1 0,0 1 0,0 0-155,-1 6 1,-1-1 0,-1 1 0,-1-1 142,6-40 1,2 3-89,-6 5 0,1 8 184,-5 12 0,-4 7-87,1 14 0,-7 4 394,3 8 1,-4 8-65,-1 9 1124,0 8-1222,0 2 0,-1 8 469,-4 2 0,4 3-480,-3 5 0,3 0 82,1 1 1,0 3-220,0 0 1,5 1 66,3-5 1,0 2-195,5 2 1,-4-2-63,8 3 1,2 0-36,2 0 1,2-1 31,2-3 1,1-1-72,2 0 1,0-1 3,5-3 1,1 2 102,7-6 1,-7 0-12,3-4 1,-2 0 64,2 0 1,-4 0 0,-1 0 1,-8-1 13,0-3 0,-7 2 89,-1-2 1,-2-1-18,-2 1 15,1-6 82,-6 9-135,-2-5-146,-5 6 134,0 0-164,0-5 0,-1 3-99,-3-2 0,-3-1-223,-6 1 1,-4-5 493,-4 5 0,-8 0 0,-2 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9:19.95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2283 358 8289,'-21'-1'-799,"1"-3"605,4 3 1,-1-9 935,4 6-638,6-6-368,-4 3 133,10 1 240,-4-5-164,-1 9 1,3-3 94,-5 5 1,4 0-95,-4 0 1,4 0 45,-4 0 0,-1 4-1,-3 0 1,0 1 61,-1 0 0,-3-3 10,-1 6 0,-5-5 109,2 1 0,-9-2-83,-4-2 0,-2-2 123,-2-2 1,0-3-73,0-5 1,-5-2 81,1-2 1,0 1-18,4-6 1,0 5-19,0-5 0,0 5-100,0-5 1,4 6-19,0-1 1,2 2-140,-2 2 0,-5-1 105,5 1 0,-6 1-135,6 3 1,-2-3 97,-2 3 0,0 1-85,0-1 0,4 1-4,0-2 1,6 4 40,-2 5 1,-1-4 22,1 0 0,-5 0-7,1 4 1,-3 0 28,-1 0 1,-5 4-10,-4 0 0,3 5 93,-3 0 0,7 2-86,-3 1 0,4 4 160,1 1 0,6 5-104,2-2 0,7 4 16,1 0 0,5 6-45,-5 3 1,6 3 9,-1 1 1,1 1-29,-2 4 0,4-4 31,-4 3 0,3-7-82,2-1 1,0-5 62,-1 0 1,1 3-31,0-3 0,-1 5 24,1-4 0,1 0 0,3-5 1,-3 5 6,3 0 1,1 1 0,-1-1 1,1-3 20,-1 3 1,1 1-24,3-1 1,2 4 127,-2-5 0,3 7-111,1-3 0,1 4 35,3 1 0,4 0-62,9 0 0,-2 4-2,5 0 1,5 5-45,4-5 1,4 0-12,-4-4 1,5 0 6,-1 0 0,2-4 39,2 0 0,0-6-25,0 2 1,3-2 24,5 2 0,2-3 0,11 3 0,0-3-9,8-1 1,-1 3 4,5 1 0,-7-1-12,-2-8 0,1 3 1,-4-2 0,9-3-35,7-2 1,0 2-120,4-2 1,-4 1 119,-4-5 0,-3-5 26,-5-3 1,-1-2 6,1-2 0,1-6 22,3-2 0,-3-10-34,3-7 0,-13 1 62,-4-5 0,-13-3 108,-3 0 1,-7-4 15,-6-1 1,-2 0-80,-5 0 0,-1 0 85,0 0 1,-3 0 65,-1 0 1,-5 0 18,1 0 0,-4-2-116,-4-2 1,-5-8-32,-7-9 0,-3-7-44,-6-5 1,-5-7-330,-3-1 0,-14-3 85,-6-1 0,21 43 1,-2 1-98,-2-3 1,-2 0 0,-1 0 0,-1 0 128,-3-1 0,-1 1 1,0 0-1,1 0 34,1 1 0,1 2 1,2 4-1,2 2-81,-25-17 1,6 6-7,2 10 0,6 10 48,7 11 1,11 12-130,14 12 0,7 17-51,5 12 1,10 15 345,6 6 0,6 8 0,7-2 0</inkml:trace>
  <inkml:trace contextRef="#ctx0" brushRef="#br0" timeOffset="817">5231 334 8155,'-70'-36'0,"-1"2"-613,-5 1 0,8 7 163,-2 1 0,11 1 715,5 3 0,4 3-102,0 2 0,6 2 57,3 2 0,-4 3-252,-4 1 1,-13 5-52,-12-1 1,4 6 40,-4 6 1,6 7-130,2 14 1,-1 11 155,5 13 0,-1 3-348,-7 10 1,6 4 403,-2 4 0,4 1-17,32-34 1,3 1 0,-17 34 172,11 2 0,12-6-144,9-2 1,1-2 166,7 2 0,0-3 22,4-5 1,5 4-37,3-1 0,9 5 6,4-4 0,9-4-79,7-5 0,11 2-305,9 7 0,13 3 199,-33-33 1,0 2 0,1-1-1,1 0-77,-2 0 0,0 0 0,0-1 1,0-1 71,37 31 1,-34-34 0,1-1-177,45 18 0,2-9-5,6-16 1,-10-10 97,-2-10 1,-6-5 12,-7-7 1,4-7 8,-3-14 0,3-3 71,1-5 1,-3-5 1,-5-3 0,-6-9 113,-11-3 1,-3-9-56,-1-4 0,-1-7 11,1-1 0,-3 4-33,-5 4 0,-1 3-11,-3-7 1,0-1-13,-9-8 1,-7-2-2,-13 3 0,-4-2 27,-4 2 0,-15-5-42,-14 4 0,-11 0 9,-14 5 0,-6 4-42,26 36 1,-2 2-1,0-1 1,-1 2-6,-1 3 0,-2 3 0,-3 3 1,-1 4-177,-2 3 0,-3 5 1,-1 2-1,-3 3 172,-4 1 1,-1 4-1,1 7 1,0 6-131,1 5 1,1 5 0,-5 5 0,2 6 37,-1 5 0,2 4 0,1 2 1,2 4 9,4 3 1,2 3 0,1-1 0,3 2 6,8 2 1,2-1 0,0-5-1,3-1-65,-14 39 1,8-8-53,12 0 0,17-2 203,12-2 0,6-4 0,15 0 0,-1-1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9:22.242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1406 1889 7862,'0'-13'0,"0"1"-13,0 0 1,0-1 142,0 1 1,0 4-18,0-1 0,2 3-264,2-3 0,3 4 104,5 5 0,7 0 16,6 0 1,5-4 77,7 0 1,6-5-101,2 5 1,7-5 53,1 0 0,6-6-77,-1-1 1,-2-2 6,2 2 0,1-2 99,6-3 1,7-2-46,2 2 1,1-2 22,-9-2 1,-7-1-116,-10-2 0,-2-4 88,-10-5 0,-4-4-5,-13 0 1,-1-4 75,-2 4 1,-5-5 6,0 5 0,-1 4 99,-7 4 0,1-4-88,-5-4 1,0-5 45,0 0 0,0-2-58,0-1 1,-7-4 86,-6-1 1,0 2-71,-8 7 0,-1 2 7,-7 6 0,1-1-40,-9-3 0,-3 7-97,-9-3 0,-12 1 74,-5-5 1,-12 5-400,-8-5 0,0 12 509,-5 1 0,9 8-102,4 12 1,0 3 94,-5 5 1,5 9-37,-8 4 0,9 7-60,3 1 1,4 1 85,5-2 0,0-3 14,-5-9 0,0-3-146,-4-5 0,-5 2 107,-3 2 0,9-3-149,7 3 0,2 2 75,2-2 1,-1 7-48,-7 1 0,3 2 61,1 6 0,7 1 6,14 4 0,4-1 18,8 1 1,8 4 124,9 0 1,8 6-163,4 2 0,2 7-6,2 10 1,7 2-97,5 5 1,2 7 13,7 1 1,5 1-82,7 4 1,8-8 103,4 4 0,6-4-49,6 0 0,4-2 10,-25-29 1,2 0-1,26 28-158,2-1 1,-5-8 27,-7-8 0,-2-7 187,-7-10 0,3-7 36,-3-14 1,9-4-90,3-8 1,8-4 41,1-8 0,1-9-173,-1-8 1,3-13-306,10-8 1,-34 22-1,1 0 522,5-3 0,1 0 0,1-2 0,0-2 0,2-1 0,1-2 0,1-2 0,-1 0 0</inkml:trace>
  <inkml:trace contextRef="#ctx0" brushRef="#br0" timeOffset="1083">4009 1827 7781,'-37'12'0,"1"1"-84,4-1-71,1 0-98,18 1 1,7-7 216,14-2 0,9-2 19,3-2 0,5-2 111,4-2 0,2 2-91,6-7 1,6 5 58,2-4 1,-1 5-86,1-1 0,0 1 35,5-1 1,-1 2-4,0-7 1,6 5 4,3-4 1,4 0 16,3-4 0,4-1-6,5 1 0,-6 0 95,-2-1 0,-4-1-108,-5-2 1,6 1 50,-5-6 0,5-1-36,-5-6 0,2-4 75,2-5 1,-2-5-100,-3-4 1,-7-2-81,-9-1 1,-7 4 80,-1 0 0,-4 5-16,4-1 0,-6 7 27,2 1 1,-7 4-4,-2-4 1,-4 0 1,0-4 0,-8 3-8,-4-3 0,-4 1 25,-4-9 1,-8 0-27,-9-5 1,-8 0 127,-3-4 1,-10 4-91,-3-4 1,-4 3-204,-5 2 0,-7 0 179,-9-1 1,-15 1-11,38 24 1,-1 1-1,-2 1 1,-1 2-231,-2 0 0,-1 1 0,-1 2 0,0 1 235,2 0 1,-1 2-1,-6 0 1,-1 2-40,-5-1 0,0-1 0,7 3 1,0 0 27,1 1 1,1 1 0,4 3 0,2 2 130,-48 1 1,49 3 0,0 0-155,-2 0 0,1 2 1,-36 10 87,4 6 0,12 7 5,9 9 1,1 7 10,-1 13 1,2 9-68,2 8 0,-1 8-150,6 4 1,28-36-1,2 2 116,1 2 0,3 2 0,4 1 0,2 1 18,2 5 0,2 2 0,1-2 0,2 1-47,1 1 0,2 1 0,0 1 0,2 0 23,2 3 1,2 0 0,0-6 0,2 0-4,2 2 1,2 0-1,3-7 1,1-1-4,2-2 1,3-1 0,3 0 0,2-2-8,3 1 0,1-1 1,1-5-1,1-2 13,3-2 1,1-2 0,34 27 21,-1-12 1,1-3-54,-1-5 1,-3-8 15,3-8 1,0-10-4,4-7 1,6-5-4,15-7 0,-13-12 3,0-9 1,-9-13-38,1-11 0,2-17-73,-31 26 1,0-2-1,1-4 1,-1-2-25,4-7 0,0-1 0,-3-3 1,-2-1 37,0-3 1,-2-2-1,2-4 1,-1-1 136,-2-1 0,0-2 0,2-2 0,0-2 0,-5 2 0,-2-2 0,-1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9:33.88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2517 445 9113,'-19'-13'-80,"3"1"-255,7 5 0,7 2 1,8 3-33,7-2 1,2-3 164,-3-5 0,1 0 329,-1-1 0,-5-3-152,-3-1 0,-3 0 459,-1 0 1,-7 2-195,-5-5 1,-7 5 29,-10-2 1,-8 3-36,-8 2 0,-14 4-23,-7 0 1,-5 1-13,-3-1 1,-6-3-358,-2 2 0,-4-2 378,-5-1 0,-5-4-145,47 8 0,0-1 1,-46-11 11,13 3 1,-3 1 35,3 3 0,-6 2-10,2 3 0,2 3 22,10 5 1,5 2-65,4 7 1,6 0-83,1 12 1,1 3 115,-5 5 0,-1 6-95,-3-3 0,9 0 79,-1 1 0,10-3-177,3 7 0,9-1 38,-1 9 0,8-4-93,1 4 0,3 2 108,4 6 1,4-1-20,4 6 0,6-5 31,3 5 0,3-5 9,1 5 0,11 2 3,5 10 1,8-4 60,4 8 0,5-3-82,8 3 1,5 3 41,7 5 1,-22-40-1,1 0-216,4 5 1,2 0-1,4 1 1,1-1 222,4 2 0,1 1 1,3 0-1,0 0 3,2 1 1,1 0 0,1-1 0,1-2-36,1 0 0,1-2 1,3-2-1,0-3 18,3-4 1,0-4-1,-2-6 1,-1-3 12,-1-4 0,0-3 1,-3-6-1,2-4 8,3-2 1,-1-2 0,-1-2 0,0-1 42,1-2 1,1 0 0,0 1-1,1-1-35,-2-1 0,1-2 0,0 1 0,-1-1 50,3-3 0,0-1 0,-4 2 0,-1-1-93,-1-2 1,-1 0-1,3-3 1,-1-1-4,3-1 1,0-2-1,-4-1 1,0 0-72,0 0 0,-1-1 0,-2-2 0,-3-1 63,-2 0 0,-1-1 0,3-1 1,0-1-61,2-2 0,-1 0 0,-4 2 0,-1 0-134,-2-1 0,-1-2 0,33-27 152,-8 2 1,-6-6-19,2 2 0,-4-4-2,-5 0 1,-2 0 148,-6 4 1,-6-2-131,-6 5 1,-7 1-158,-9 4 0,-9-1 229,-8 1 0,2-1 54,-2 1 0,0 4 507,-4 0 0,0 6-333,0 2 1,0 3 101,0 9 0,0-1-214,0 10 0,0-1 105,0 5-90,0 0-174,0-1 1,0 1 109,0 0 0,0-1-124,0 1 1,0 4 25,0 0 0,0-1 29,0-3 2,-6 0 13,5-1-6,-10 1 1,4 1 1,-5 3 1,-1-2-321,1 6 0,-2-5 132,-2 0 0,-9 3-644,-8-3 0,-8-4 357,-4-8 0,-10-4-370,-6-3 0,-11-5 563,-6-8 0,31 19 0,0 0 1,-1-3-1,1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9:39.049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136 531 8100,'-23'0'0,"1"0"21,2 0 78,5 0 0,-3-4 1,5-2 76,1 0-218,5-3 0,2-3-90,5 0 0,5-1 148,3 1 1,8 4 40,0 0 0,6-1-71,-2-3 1,4 0 99,0-1 1,5 1-83,0 0 1,1-1 55,-1 1 1,-2-2-23,6-2 0,0 2-40,4-2 0,3 1 5,5-2 0,4 2-10,9-5 0,6 5-15,-2-2 0,3 5 0,-4 3 1,0 0 34,-4 5 0,2 1-121,-6 7 1,6 3 88,-1 5 1,2 5-68,2-1 1,-7 6 34,-6-1 0,-2 1-8,-10-2 0,0 2 56,-13-5 0,-2-2 0,-9-7 89,-1 3-107,0-10 0,1 3 221,-1-8 0,0 3-115,1-3 1,-5 2 26,0 2 0,0-4-78,5 0 1,-1 0 48,0 4-65,-5 0-15,4 0 160,-9 0-134,3 0 0,-6 0-38,-3 0 1,-3-4 33,-6 0 0,0 0-94,-4 4 1,2 0 63,-5 0 0,-1-2-5,-4-2 0,1 3-2,-1-3 1,-1 2-8,-3 2 1,-2 0-7,-6 0 1,0 0-7,0 0 0,-7 6 21,-6 2 1,-4 3 2,-8 1 1,0 1-2,1-1 1,0 0 4,4 1 1,-4-1-1,4 0 1,-3-1 36,-2-2 1,4-4 5,1-5 0,-1 0 23,-4 0 0,12 0 12,5 0 0,10 0 118,7 0 1,1 0-96,3 0 1,1 4 28,2 0 1,2 0-13,2-4 0,6 5 15,-5-1 0,10 1-74,-2-1-20,0-2 1,7 4-164,-4-1 142,4-4 0,7 4-64,2-5 0,3 0 71,1 0 0,5 0 10,-1 0 0,5 0 12,-5 0 0,9 0 19,-5 0 0,6 0-17,-5 0 1,8-4 13,4 0 1,2-4 26,2 4 0,6-4-37,2 4 1,8-5-67,5 5 1,4-1 57,3 1 0,-2 2-102,3-2 0,-1-1 71,0 0 1,7 1-11,2 4 0,2 0-110,-6 0 1,-3 2 109,-1 2 0,0-1-20,-4 5 1,-3 0 20,-10 4 1,0 1 4,1-1 0,3 0-1,1 1 0,-2-2-82,-7-3 0,-4-3 125,-8-5 1,-4 0 1,-9 0 0,-6 0 49,-6 0 221,-5-5-127,2-2 1,-5-5-102,0-1 1,-4 5 149,0 0 1,-7 0-99,-1-5 0,-2 0-48,-6-4 0,-1 4-16,-4-4 0,-6-1-113,-6 2 1,-6-6 82,-6 1 1,-6-2-19,-2-2 0,-4 5-101,0-1 1,-1 5 107,0-5 0,-6 5 5,-6-5 1,-2 10-212,-6-1 0,5 8 172,-1 0 1,8 2 4,5 2 1,8 0-1,8 0 1,1 6-12,7 2 0,-2 3-9,2 1 0,4 1 0,0-1 0,6 0 15,6 1 1,5-1-171,-1 0 354,11 1 1,-1-1-602,11 0 248,0 1 0,3-1-98,5 0 0,1-3 194,7-1 1,3-1-17,2 1 0,4 3 62,3-3 1,2-1-88,3 1 1,7-1 182,-3 1 1,3 2-76,-3-6 1,0 4 118,0-4 1,1 4-43,3-3 0,-1 3-31,5-4 1,1 1-35,3 0 0,3-4-1,6 3 0,-5-3-17,9-1 0,-9 0 12,1 0 1,-4 0-10,0 0 1,-7 0 3,-1 0 0,-4 0 2,-1 0 1,0 0 13,0 0 0,0-4 3,0 0 1,-4-4 31,0 4 1,-6-2 6,2 2 1,-8 1 82,-5-5 1,-2 1-75,-2-1 64,-5-3 0,-2 4-78,-5-5 1,-1 4 212,-3 0 0,-3-1-132,-5-3 0,-5 0-50,1-1 1,-7 1-21,-2 0 0,-1-1-111,-7 1 1,0 1-76,-4 3 1,0-2 115,0 6 1,-4 0-115,0 4 0,1 0 71,7 0 0,-3 1-4,4 4 0,-4 1 41,-1 7 0,4 0-10,0 4 0,6-2-10,-2 5 1,-1-3 14,1 3 0,0-3-38,5 3 0,3-3 39,0 3 1,6-4 0,-1 0-28,2-2 47,7-2 0,2-4-65,5 1 2,0-7-20,0 4 40,5-6 0,2 0-12,6 0 26,-1 0 1,0-4 7,1 0 0,-1-1-14,0 5 0,-1-1 34,-3-3 0,3 3-13,-2-4 1,0 3 4,-1-2 1,3 2-6,-2-2 0,-3-1-2,3 1 0,-5-1 20,4 5 1,-4-4-18,4 0 0,-4 0 39,5 4-39,-7-5 0,5 3 31,-3-2-22,-2 3 4,3-5-4,-5 5 1,0-6 0,0 3 1,-1 3-2,-3-4 1,1 3-2,-5-2-1,5 2 1,-8-3 0,8 1 0,-5-1 0,5 1 0,-8-1 0,5 4 0,-1-5 1,-4 1-1,9 3 0,-7-5-6,5 3 5,0 3 1,2-5-93,-2 6 21,3 0-16,-5-5 7,6 4 34,0-5 1,-1 6-4,-3 0-15,2 0 21,-3 0-23,5-5 135,0 3-86,0-3 3,0 5-50,0 0 118,5 0 14,-3 0-81,3 0 45,-5 0-143,0 0 78,0-6 26,0 5 1,2-5 5,2 6-55,-3 0 43,5 0-93,-6 0 45,0 0 133,0-5 22,0 4 65,0-5-144,0 6 0,0-1 186,0-3-170,0 2 1,0-5 173,0 3-191,-6 3 0,3-9-4,-5 6 1,4-4 6,-4 4 1,5-2-1,-1 2 1,-2 1-68,2-5 1,-4 4 67,4-4 1,-4 4-91,4-4 1,-2 5 70,2-1-110,3-3 0,-6 4 78,3-5 15,2 5 0,-4-6-217,1 4 153,4 1-97,-4 4 92,5-5-181,0 3 165,0-3 48,0 5 0,-2 0 27,-2 0 22,3 0 136,-5 0-170,6 0 1,-1 0 63,-3 0-47,2 0-179,-3 0 180,5 0-444,0 0 232,0-5 1,0-2-135,0-6 1,1 1-43,3 0 1,5-2-822,7-2 1232,-2-4 0,15-10 0,-3-1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9:47.095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481 7361 7680,'-46'50'95,"2"1"1,3 1 0,6 2 0,6 1-617,7 0 1,4-4 426,6-10 1,-2-1-35,-2-12 0,2-4 344,-2-8 1,6-8-131,2-3 1,-1-7 241,-3-6 1,4-9-119,0-15 0,4-8 16,-5-14 0,7-7-98,-2-9 0,2-4 12,2-4 0,6-2-482,2-2 1,4-9 365,5 1 1,-8 39 0,1-1-69,2-3 1,1-1 0,-1 1-1,0-1-190,1-1 0,-1-1 1,0-3-1,1 0 125,-1 0 0,0-1 0,1-4 0,-1-1 7,1-1 1,-1 0 0,-2 5 0,-1 0-5,-1-1 0,0 1 1,1 2-1,0 1 91,-1 0 0,0 1 1,3-1-1,0 2-116,0 4 1,-1 1 0,-1 2 0,1 2 167,11-33 1,-5 8-65,5 8 0,-6 10 48,1 6 1,-3 17 206,-5 13 0,1 9-134,-5 3 1,1 6 454,-5 2 0,0 7-359,0 10 0,-2 7 196,-2 9 1,1 8-299,-5 5 1,5 14 15,-1 10 1,3 9-246,1 12 1,0-42 0,0 2 179,0 4 0,0 1 1,0 2-1,1 2-289,1 3 0,0 1 1,3 5-1,1 1 238,2 4 1,1 4-1,3 9 1,2 4-323,-2 5 1,0 1 0,-2-30-1,-1 1 1,0-1 298,3 30 0,1-1 1,-2-4-1,1-2 28,-1-3 1,-2-1 0,-1-7 0,-3-2-130,-2-10 0,-2-2 0,-1-7 0,0-3 272,-4 32 0,-4-20 66,-9-18 0,-1-13-7,-2-20 0,1-6 411,2-14 1,3-10-553,-2-11 0,-3-12 48,-2-12 0,2-18 21,-2-15 0,1-16 154,8 44 0,-1-3 0,1-7 0,1-3-240,0-4 1,1-2-1,-1-5 1,-1-2-345,2-1 0,-1-2 0,0-9 0,1-3 310,3 27 1,0-2 0,0-1 0,-1-8 0,1-2 0,0-1-395,1-4 0,1-2 0,0-1 0,-1-2 1,0-1-1,1 0 380,1-2 1,-1-1 0,2 0-1,0 1 1,1 0 0,0 0-60,0-4 0,1-1 0,0 0 0,0 1 1,1 0-1,0 0 3,-1 2 0,1 0 0,1 1 1,0 1-1,1 0 0,1 2 34,1 5 0,0 1 0,1 0 0,-1-1 1,0 1-1,1-1-219,2-1 0,0 0 1,0 0-1,0 5 1,-1 1-1,2-1 227,-1 2 1,2 0 0,-1 1 0,1 2 0,-1 1-1,1 0-17,1 3 0,-1 0 0,1 0 0,-1 3 0,0 1 0,0 0 12,2 1 1,0 0 0,0 2 0,5-26 0,0 3 91,0 5 0,1 2 1,0 9-1,0 2 145,-2 8 1,-1 1 0,0 3 0,-1 2-173,-2 4 0,-1 1 0,8-32 813,-6 19 1,-1 17-793,-3 20 2038,3 6-2060,-10 16 1,5 8 710,-6 12 1,0 10-726,0 10 0,0 11 95,0 9 1,1 10-59,3 15 0,7 10-86,-3-39 0,1 1 1,2 1-1,0 1 42,-1 5 0,0 1 0,2 2 0,0 2 1,0 7 0,0 2 0,1 1 0,-1 2-370,0 6 1,1 1-1,-1-2 1,0 1 371,1 5 1,-1 2-1,-2 2 1,-1 0-416,0 5 1,-1 2 0,-2 1 0,0 2 388,-3-29 0,0 2 1,-1-1-1,0-3 0,0 0 1,0-1-39,-2 3 1,0 0 0,0 0 0,-1 29 0,0-1 11,0-1 0,-2-1 0,-2-1 0,-1-2 20,-1 2 0,-2-1 0,-2-5 0,1-2 11,2-2 1,0-2 0,-3-1 0,0-1-172,1 0 1,-1-1 0,0 1 0,-1 0 178,0 1 0,-1 0 1,1-9-1,0-1-10,-1-1 0,1-2 0,0-1 0,-1-2 24,1 0 0,0 0 1,-1-1-1,0 0-19,-2 1 1,1 0 0,3-8-1,0-1-31,-2-1 1,1-1 0,2-1 0,0-1 32,-1-2 0,1 1 1,-1-1-1,0-1 366,-5 45 0,-1-16-364,5-13 1,0-9-4,-1-7 0,2-4 684,3-5 0,-2-6-670,6-15 1147,0-2-1160,4-11 1,6-8 384,2-12 0,3-7-385,1-13 1,1-4 128,-1-8 1,0-9-146,1 1 0,0-6-5,4-3 0,-4-9 20,4-3 0,-3-10-323,-2-2 1,2-6 328,-6 43 1,0-1 0,-1-3 0,0-2-9,1 0 1,0-1-1,-1-7 1,0-1-372,-1-3 0,0-2 0,0-12 0,-1-3 372,-1-9 1,0-3-1,0 27 1,0-1 0,-1 0-303,0-4 0,0 0 0,0 0 1,-1-3-1,0 0 0,0 0 290,1 1 0,0-1 0,0 0 0,-1 0 1,0 1-1,1-1-27,-1-1 0,1 0 0,0-1 0,1 1 1,1 0-1,-1 0-8,-1-1 1,0-1 0,0 1 0,1 0-1,1 1 1,-1 0 36,-1 3 0,0-1 0,0 1 0,0-1 0,1 1 1,1-1-8,0-1 1,1 0 0,-1 0-1,0 0 1,0-1 0,0 0 1,2 4 0,0 0 1,0 0-1,0 2 1,-1 0-1,2 1-308,3-26 1,2 1 0,2 1 0,0 2 288,1 4 0,1 1 1,1 7-1,1 2-126,2 10 1,-1 2 0,-1 6 0,1 2-33,0 10 1,1 3-1,16-37 271,-4 13 1,0 11-369,-9 18 291,-2 10 0,-4 14 0,1 4 0</inkml:trace>
  <inkml:trace contextRef="#ctx0" brushRef="#br0" timeOffset="475">172 1231 7728,'-19'4'256,"-4"0"0,-5-1 1,1-2-1,2-1-424,5 0 1,7-1-167,9-3 0,1-4 83,-1-9 0,3-1 211,-3-2 1,4-5 32,4 1 1,3-3 59,5-5 0,5-1-47,-1-4 0,6-6 5,-1-2 0,2-7-129,1-2 0,1-6 290,0-2 1,0-1-123,-1-6 1,5-5 34,0-5 0,1 3 1,-1 6 0,-1 4 7,9 8 1,5 6 133,11 11 1,5 17-36,7 15 1,4 20 102,5 14 0,3 17-130,-3 20 0,-35-24 0,0 4-326,-2 4 1,0 2 0,4 5 0,1 1 211,3 3 1,1 1 0,1 6-1,-1 2-79,-2-1 0,-2 2 1,1 4-1,-2 2-310,-4 1 1,0 0-1,1-2 1,1 0 290,1 2 0,2 0 1,0-5-1,2-1-319,3-1 0,1-3 0,-3-8 0,0-5 43,-4-6 0,1-3 323,0-7 0,1-3 0,32 25 0,3-15 0,-3-7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59:49.23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6549 5206 7645,'31'0'0,"6"6"-295,0 2 1,6-1-12,6 1 0,5 0 105,-1 5 0,6 0 58,-1 4 0,7-2 260,5 5 1,14 1-506,6 4 0,1-2 572,-1-3 0,-7-2-118,-5-5 1,-8-7-106,-5-1 1,0-5 122,1-5 1,3 0 47,10-3 0,-5-3-26,0 3 1,-5-2-89,-3 2 1,4-2 103,8 6 1,-1-1-45,5 0 1,-10 4-22,-3-3 0,-6 3-38,-5 1 0,-3-5 0,-6 1 1,1-4 7,-1 4 1,0-7 16,1-1 1,-7-2 214,-1-7 1,-11 1-241,-6-5 0,-2-5 30,-7-3 0,-5-8-28,-6-4 0,-4-3 0,-1-1 1,-1-1 15,-4 1 0,3 4 4,-7-1 0,7 7 2,-2-2 1,2 6-21,2 2 1,0 2 58,0-2 1,2 1-45,2 4 1,-3 0 61,3-5 0,-2 5-7,-2-5 0,0 4 10,0-4 0,-2 4 5,-2-4 1,1 6-46,-5-2 0,0-1-31,-4 1 1,-1-1 38,1 1 1,-5 7-42,1-2 0,-5 2 38,5-3 0,-7-1-125,-2-3 0,-1 3 72,-7-3 1,0-1-8,-4 2 1,-4-7 13,0 2 1,-6-1-4,2 1 1,0-1-12,-4 5 0,-3 0 15,-10 5 1,-1 5-17,-3 2 0,2 7 21,-6 2 0,5 4 30,-1-4 1,8 4 23,0-4 0,-1 1 14,-7-2 0,-6-3-19,-6 0 1,-3-1-142,7-3 1,-2 2 184,10 2 0,-5 1-51,1 3 1,-8-2-14,-4 6 1,-2-4 12,2 4 0,-4-6-14,8 2 0,-10 1-33,6-1 1,-9-2-178,42 2 1,0 0 0,-2 1 0,2-1 163,-46-13 0,5 6-73,11-1 0,-1 2 123,-7 2 0,-6 1-46,3 2 0,2 4 97,14 5 0,-2 0-97,-2 0 1,-11 0 1,-5 0 1,0 4 14,12 0 0,3 4 6,5-3 0,-10 4-66,-2-1 0,-2-1 61,6 1 0,2 1-58,6 3 0,0 0 34,0 1 1,-1 3-39,-3 1 0,-3 4 35,-5 0 0,6-2-46,6 2 1,-1-5 35,1 5 1,-3-1-5,-9 5 1,3 0-8,-3-1 0,9 5-2,7 0 0,5 5 51,-5-1 1,4 3-40,-4 1 0,1 1 115,0 3 0,3 4-208,8 9 1,9-8 116,8 4 0,4-8 9,4 4 0,3-5-3,5 4 0,2-5-11,2 1 1,3 1 140,6-1 0,5 2-135,3-2 0,4-3 246,4 3 1,9-4-326,7-4 0,3 2 152,2-7 0,0 0-206,-1-8 1,1 0 55,0-4 0,5-2-14,3 2 0,4-2 61,4-2 0,6 5-33,10-1 0,3 6 149,14-1 0,-2 2-286,6 2 1,-6 3 281,2 1 0,2 7-56,14 1 0,1-2-34,-40-16 1,1-1-1,-2 1 1,0-1-162,-1-1 1,0-1 0,4 2 0,1 0 150,3 0 1,1 1-1,1 0 1,1-1-258,6 0 0,0 1 1,-2 1-1,0 1 248,1-1 0,1 1 1,3 3-1,2 0 2,5 1 0,0-1 0,-6-1 1,0 0 2,2 1 0,0 1 0,-2-2 0,1-1-3,1 1 0,0-1 1,1 0-1,0-2 0,-3-3 1,0-2 0,0-1 0,0-3-118,-6-2 0,0-1 0,-1-4 1,1 0-9,2-2 0,0 0 1,-2-2-1,-1-1-192,-5-2 1,-1-3 0,2-2 0,-1-3 162,0-4 1,-1-3 0,-6-2 0,-1-2 32,0-2 0,-1-2 1,-6-2-1,-1-4-117,-2-2 0,-2-2 0,33-34 25,-35 34 0,-2-2 0,25-36-30,-29 32 1,-2-2 0,-3-2 0,-1-1 49,-2-4 0,-3-1 199,-5 1 0,-3-1 0,-1 3 0,-1 0 0,-5-2 0,-3 0 0,-1-2 0,-2-1 0,-4-2 0,1 0 0</inkml:trace>
  <inkml:trace contextRef="#ctx0" brushRef="#br0" timeOffset="1042">1072 7414 7679,'-16'0'11,"-1"0"0,-1-1 70,2-3 0,2-6-425,-2-10 1,2-8 157,2-13 1,4-8 291,-1-9 0,7-16-61,-2-12 1,3 36 0,0-2-159,1-5 1,0-1 0,1-2-1,0 0 139,1 0 1,0 0-1,-1-5 1,0-1-26,3-2 1,1 0 0,-3-5-1,0-1-9,2 2 1,0 1-1,-2-2 1,0 0-252,2 4 0,0-2 1,-2-3-1,0-1 248,3-5 1,-1 0 0,-3 1 0,0 0-302,2-3 1,-2 0 0,0-1 0,0 0 278,-1-5 1,0-1 0,0-2 0,0 0 32,0-6 0,0 0 0,0 6 0,0-1 8,0-3 1,0 1 0,0-1 0,0 1 21,0-3 1,0 0 0,0-2 0,0 0 44,0 30 1,-1 0 0,2 1 0,1-28 0,1 2-368,1-3 1,1 0 0,0 3 0,1-1 362,0 1 1,0-1-1,-2 0 1,0-1-102,0 1 1,0 1 0,0 7 0,-1 0-29,1 2 0,0 2 1,1 3-1,0 2-6,-3 4 1,0 0-1,0 1 1,0-1 49,-2 2 1,0 1 0,0 7-1,0 1-30,0 5 1,0 1 0,0 3-1,0 1 287,0 2 1,0 0-1,0-45-301,0 13 1,0 16 63,0 14 0,-4 4 844,0 7 1,0 5-587,4 4 0,5 6 547,4-2 0,-1 7-718,4 2 0,-1 5 480,10-2 0,-5 4-672,5 0 0,-5-2 184,5 3 1,-5-3-163,5 7 1,-9-2-7,4 2 1,-9-2-164,6 6 0,-4 0 4,4 4 0,-5 0 97,0 0 0,-4 1-67,4 3 1,-5 3 56,1 6 1,-2 0-338,-2 4 492,0 2 0,0 11 0,0 2 0</inkml:trace>
  <inkml:trace contextRef="#ctx0" brushRef="#br0" timeOffset="1567">147 1543 7704,'-25'0'0,"1"0"107,-1 0 1,2 0 686,2 0-939,3 0 1,12-2 158,1-2 0,10-8-358,3-9 0,8-11 180,5-6 0,2-7 116,2 0 1,-1-4 43,1-5 1,4 4-5,0-4 1,-1-1 81,-3 2 1,5-6-57,3 1 0,-1-6-19,1-2 1,-1-5 89,5 1 0,2 1-12,2 0 0,-3 5-29,3 3 0,2 2 99,-2 10 1,-4-2-56,-4 10 0,-6 1 2,2 7 0,-4 8-10,-5 9 1,0 6-10,-4 2 0,-2 5 238,2-1 0,-1 3-59,2 1 0,-2 3 147,5 5 1,5 3-259,4 14 0,5 3 166,-1 13 0,9 6-118,8 11 0,-1 6-361,5 14 1,-28-35-1,0 2 230,1 3 1,-1 2 0,0 7 0,0 2-72,3 4 1,0 1-1,-2 2 1,-1 1-414,3 1 1,0 0-1,0-1 1,1 0 374,2-1 1,1 0 0,3-2 0,2-1-296,3-2 1,1-3 0,-6-9 0,0-3-8,-3-6 0,0-2 0,32 22-702,-4-10 1053,6-7 0,7-10 0,0-8 0,0-9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0:06.613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1234 566 6925,'-14'-12'0,"-1"0"-632,-1-1 536,-1-5 1,9 5 0,0-4 59,-2 4 0,3-1 17,-1-3 0,5 2 108,-1-5 1,-1 1-94,1-2 0,0-2 80,4 2 1,0 3 5,0 2 0,0-2-94,0 2 0,0-1 294,0 5-127,0 5 88,0-4-74,0 10-70,0-5 0,0 8-36,0 2 1,0 3-2,0 5 1,1 0 24,3 1 1,-3-1-23,3 0 1,-1 6 123,1 3 1,-2 3-113,2 5 1,-3 3 18,-1 5 1,0 6-27,0 7 0,0 10 13,0 10 1,0 18-344,0 6 0,0-40 1,0 1 273,0 2 0,0 1 0,0 5 1,0 3-248,0 5 1,0 1 0,0 4-1,0-1 262,0 1 0,0 0 0,0 3 0,-1 0-314,-1-1 1,0 0 0,1 2 0,0 1 311,0 0 0,-2 2 1,0 2-1,1 0-3,0 1 1,0 1 0,-1-1 0,2-1-28,0-3 1,2 0 0,-1 4-1,0 0-2,-1 2 1,2 1-1,-1 2 1,1 1 49,1-3 0,0-1 0,1 3 0,1-1 2,1-4 0,2 1 0,4 1 0,1 2-40,2 2 1,1 1 0,4 2-1,1 0 14,0-2 1,1-1-1,0 4 1,-1-1-16,-1-6 1,-1-1-1,-1 1 1,-1 1 20,0 3 0,1-1 1,-3-8-1,0-2-70,3 0 0,-1 1 1,-2-4-1,0 0 9,0 0 0,1-1 0,-3 0 0,0 1 9,-1 0 0,-1-1 0,1-4 0,0 0-202,-3-4 1,0-1 0,1-1 0,-1 0 198,-2-2 0,0 0 0,-2-2 0,0 0 37,1-1 0,-2-2 1,-1-4-1,-1-2-23,1-1 0,0-1 1,4 46 238,-2-9 1,-1-10-251,-8-14 0,-6-20 646,-5-9 0,0-8-641,3-4 1,1-6 507,0-3 0,-1-8-496,1-3 1,4-7 381,-1-6 1,0-6-444,-8-10 0,4-8 179,-4-5 1,2-5-104,-1-8 0,2-7-29,-2-9 1,3 0 81,5-12 1,-3 0-249,3-8 1,-3-8 242,-1-4 0,-2-1-248,6 48 1,-1-1-1,3-1 1,-1-1 223,-1-1 1,-1-1 0,0-5 0,-1-2 1,0-7 1,0 0-1,-2-4 1,0-2-14,0-5 0,0-2 0,-1-2 0,1 0-413,0-5 1,-1-1 0,0-3 0,0-1 403,4 27 0,-1-1 0,0 0 1,2 2-1,-1 0 0,0 0-318,0-3 0,-1 0 0,1 0 0,0-1 0,0 0 0,1-1 273,-1-1 1,1-1 0,0-1 0,-2-2 0,0-1 0,0-1-25,-1-3 0,0 0 0,0-1 0,1 2 0,-1 1 0,2-1 33,-1-1 1,0-1 0,1 1 0,0 1-1,1-1 1,0 1-8,1-1 1,0 0 0,1-1 0,-2 1 0,1-1 0,1 0 27,1 2 1,1 0-1,1 1 1,-1 0-1,1 1 1,0 1-19,2 3 0,2 1 1,-1 1-1,0 1 1,0 1-1,0 0 46,0 2 0,0 0 1,0 1-1,0 0 0,1 1 1,0 1-162,0-26 0,2 3 0,0 2 1,2 4 203,3 12 0,0 2 0,-1 2 0,0 1 23,1 6 0,0 1 1,1 2-1,0 1-56,-1 6 0,1 2 0,6-32 508,-7 23 0,3 11-539,-3 9 0,-1 11 1652,1 10-1633,-5 8 553,8 2 0,-10 8-586,3 2 1,2 3 269,-2 5 1,2 0-302,-2 1 1,-3-1 2,3 0 1,2 1-36,-2-1 1,0 0-10,-4 1 0,0 3 36,0 1 0,0-1 12,0-4 1,0 2 12,0 2 1,0-2-27,0 3 0,0 0 90,0 0 0,-4 3-38,0-3 1,0-1 19,4-3 1,0-1-95,0 0 1,0 1-100,0-1 1,0 0-102,0 1 1,0-5-123,0 0-245,0-5 637,0 2 0,0-5 0,0 0 0</inkml:trace>
  <inkml:trace contextRef="#ctx0" brushRef="#br0" timeOffset="592">333 1553 7364,'-17'21'0,"-5"-1"-121,-6 2 0,2 0 600,-3-1 0,3-2-943,2-3 1,-1-2 177,0 2 1,6-6 363,3-2 1,-2-5 1,2 1 1,3-3 10,5-1-88,0 0 5,1 0 3,1 0 0,6-1-8,0-3 0,4 1 96,1-5 0,4 0-64,-1-5 0,3 0 56,2-4 0,5 2-70,2-5 1,3-2 42,2-7 0,0 2-59,-1-6 0,2 0 2,3-4 1,3-10-54,5-2 1,-4-14 74,0-3 1,-1-7-268,5-5 0,5-11 240,-22 42 1,1 0-1,-1-3 1,1 0 34,-3 2 0,1 1 0,1-1 0,1 1 15,20-43 0,4 2 8,-4 14 1,0 4 13,-4 13 1,-1 3 14,-3 9 1,0 4-1,-8 8 1,2 4 101,-6 9 0,0 7 50,0 9 0,6 4-100,-2 4 1,8 10 58,0 11 0,4 10-65,4 11 0,7 11 3,5 5 1,2 8-149,-1 0 0,-4 8-18,4 4 0,-29-35 1,-1 1 83,-1 1 1,-1 0 0,1 0-1,-2 0 11,0-2 0,-1 0 0,20 37-501,5-2 0,5-9 46,3-12 0,2-9-152,-2-19 1,-3-8-13,-1-9 552,0-7 0,-9-4 0,5-5 0,1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0:25.04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63 0 7619,'-6'30'23,"-2"3"0,-3 3 0,-1 2 0,1 2 158,2 1 0,4 3-874,5-7 0,11 1 386,5-9 1,6-1 388,3-8 0,5 2-51,3-6 1,3 1-134,1-5 1,1-4 101,3 1 0,-3-2 0,4 1 0,-5-3 0,-5-5 0,4 0 0,-4 6 0,5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0:32.544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1209 1222 7610,'0'14'0,"0"1"1159,0 1-789,0 6 0,-4-3 0,-1 5-1036,-2-4 1,0 2 193,-1-5 0,-3-5 293,2-4 0,3-5 154,-3 1 199,7-3 1,-3-1-38,10 0 0,3-5-141,8-3 0,9 2 53,8 2 0,4-1-61,4 1 1,4-1 105,9 5 1,2 2-44,5 2 0,9 3-27,9 5 0,-5-4-130,4 1 1,-6-7 117,-10 2 1,-2-2-8,-6-2 0,-9-2 7,0-2 0,-5-8-23,-3-9 1,0-2 22,0-2 0,-6-5-27,-2-3 0,-7-2 48,-1-2 0,-5-6 115,5-2 1,-10-4-90,1-5 0,-7 2 13,4-5 0,-7 3 71,3-3 1,-4 10-103,-1 2 1,0 9 1,0 3 1,0 6 14,0-2 0,-6 7 0,-2 2 0,-8 0 50,-5 0 0,-2-3-10,-2 2 0,-6 2-28,-6-2 1,-6 1 11,-6-5 1,-5 0-34,1 1 1,-6-1 25,2 0 0,-9 1-220,-4-1 0,-17 0 213,-3 1 0,-3 3-322,6 1 0,3 4 279,1 0 1,-4 2-16,4 2 1,0 5 30,5 3 1,4 3-31,0 1 1,2 0 20,11 0 1,-4 5 5,8 3 0,-4 7 40,0 2 0,-4 3-37,4-3 1,-1 5 103,13-2 1,-1 4-57,13 0 0,-1 5-29,9 0 0,4 0 107,5-5 0,5 1-160,-2 0 0,5 3 216,4 1 0,2 0-216,6-4 0,6 1-37,2 3 0,13 2 34,3 6 1,10 6-110,3 2 0,11 4 61,10 5 0,13 6-184,-32-27 1,0 0-1,5 0 1,2-1 227,1 0 0,0-2 0,-1-1 0,0-2 1,-1 1 0,0-2 0,3-3 0,2-2-237,-1-2 1,0-1 0,0-5 0,0-2 97,45 2 1,-1-9-59,2-12 1,-13-13 42,-8-16 0,-7-14-97,3-15 0,-34 27 0,0-2 63,3-8 1,0-1 0,-2 0-1,-2 0-262,1-3 1,-2-1-1,0-1 1,-3-2 186,-6-2 0,-1-2 262,0 1 0,-1-2 0,-3-1 0,-1-1 0,0 0 0,-1 0 0,-1 1 0,1-1 0</inkml:trace>
  <inkml:trace contextRef="#ctx0" brushRef="#br0" timeOffset="2418">3207 3060 7613,'-1'8'-35,"-2"0"1,-1 2-1,0 1-78,-1 1 0,2 1-79,-5-1 0,3-4 49,-3 0 1,1 1 144,-1 3 0,-3-1 41,3-3 1,1 3 3,-1-3 1,4-1 5,-4 1 0,3-3-21,-3 3 0,4-4 93,-4 4-48,5-5-94,-2 8 36,5-10 0,1 5-8,3-6 1,3 0 20,5 0 1,1 0-2,-1 0 1,2 0 1,2 0 0,-2 0-12,2 0 0,2 0-15,-1 0 0,3 0 22,-3 0 1,5-6-32,-2-2 1,3 0 12,2-5 1,1 4-6,3-8 1,-2 0-4,6 0 1,-4-3-2,4 3 0,-4-3-22,4 3 1,-6-5 28,2 2 0,-3-4-12,-2 0 1,0-1 8,-4 0 0,2 1-19,-5-1 1,-2 0 11,-7 1 0,3-1-2,-3 0 1,-1 1 37,1-1 0,-4 0 4,5 1 1,-7-5 55,2 0 0,-2 0-77,-2 5 0,0-1 52,0 0 0,0-3-11,0-1 1,0-1 11,0 1 0,-4 3-24,0-3 1,-6-3-14,2 0 1,-3 0-17,-2-1 1,-4 0-2,-4-4 0,-4-4-36,-3 0 0,0 0 47,-5 4 0,0 0-22,-4 0 1,0 1 12,0 3 1,-1 2 18,-3 2 0,3 3 18,-4-3 1,-1-1 3,-3 1 1,2-5-57,-1 1 1,-7-8 32,-10-4 0,-5-3-288,-7-2 0,6 3 279,2 1 1,4 4 2,5 5 0,3 1 15,9 3 1,1 9-3,3 7 0,-4 5 1,-9 4 0,-2 2 7,-5 6 1,4 1-10,4 4 1,2 7 2,2 8 1,5 5 287,3 4 0,3 2-284,1 6 0,-2 3 110,-2 5 0,3 2-93,-3 11 1,4-1 9,4 5 1,-3 0-16,3-1 0,-1 1 2,1 0 0,7-5-8,5 1 1,6 1-12,-1 6 1,4-2-48,3 3 0,4-7 58,5-1 1,1-5-50,3 5 0,5-6-15,7 1 0,5 2-1,7-1 1,1 2 2,8 1 1,-1-6-9,9 2 1,4-3-15,5-9 1,5 1 41,-2 0 1,-1-5-230,2 0 0,0-2 155,3-6 1,9 1-8,8-1 0,4-2-150,-34-10 1,-1-1 0,38 12 188,1 0 0,-6-3 3,2-4 0,-5-5 2,1-8 1,0-2-72,-4-6 0,-1-10 72,-7-2 0,-10-9 62,-3 1 1,2-5-55,-6-4 0,9 2 41,-1-6 0,2 4-36,-1-4 0,-7 0 1,-6-4 1,-5 0-32,1 0 0,-8 0-69,-5 0 1,-7-4 125,-5 0 0,4-5-106,0 0 0,-2 2 316,-2-1 0,-2 4-287,-2-4 0,4 5-28,-4-1 0,2 3-61,-10 1 1,0 4-90,-4 0 1,0 1 91,0-1 0,-2-1-15,-2 5 0,2 1 41,-7 3 1,1 0 6,-4 1 0,4 0 59,-1 4 0,5 2-85,-4 6 1,1 3 189,-1 1 1,1 5-34,3-1 0,1 3 117,-5 1 38,5 0-62,-8 0 0,9 1-81,-7 3 0,7-1 101,-3 5 0,0 1-4,1 3 1,-2 0-96,2 1 0,3-1 26,-3 0 1,2 1-14,2-1 0,0 4 15,0 1 0,-4-1-10,0-3 0,0 3-8,4 0 1,0 1-38,0-5 1,0 1 70,0-1-122,0 0 0,0 1 64,0-1 0,0-4-120,0 0 110,0-5-9,0 3 34,0-6 11,0 0-29,0-6 0,4-1-2,0-5 1,2 0 18,-2-1 1,-1 1-17,5 0 1,-4 1-12,4 2 1,-4-2 2,5 3 1,-5-3-2,4-1 0,-1 4-12,1-1 1,2 1-2,-6-4 1,4 4-40,-4-1 48,6 1 0,-8-4-35,7 0 1,-7 3 28,2 1 0,2 0-75,-2-4 1,2 3 64,-2 1 1,-3 0-3,3-4 0,-3-1-42,-1 1 1,0 4-7,0-1 1,0 0-167,0-8 0,0 4 59,0-4 0,-9 4-552,-3 0 722,-4-5 0,-7-1 0,-3-5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2:46.351"/>
    </inkml:context>
    <inkml:brush xml:id="br0">
      <inkml:brushProperty name="width" value="0.08" units="cm"/>
      <inkml:brushProperty name="height" value="0.08" units="cm"/>
      <inkml:brushProperty name="color" value="#008C3A"/>
    </inkml:brush>
    <inkml:brush xml:id="br1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2910 822 9206,'-48'-22'0,"2"-2"60,0-2 0,12 7 304,1 6 1,2 2-156,2 7 1,-1 0-351,1 4 1,-7-4 68,-5 0 1,-11 0-171,-1 4 1,-14-6 678,-12-2 1,-7 2-485,-13 2 0,48 2 0,0-1 473,-1 1 0,1 0 0,-48-2-21,5 4 1,4 0-76,0 0 0,-3 5-126,-2 3 0,6 5 39,-1 3 1,5-2 56,-6 2 1,2 5-15,-1 4 1,6 1 5,-2 6 0,17 7 39,3 6 1,10 3 205,-1 1 1,-1 2-127,-4 3 0,12-4-265,5 4 1,6-2 90,6 1 1,9 3-173,7 6 1,5 4 25,4 0 1,4 5 122,8-1 1,13-2-301,12 2 0,12-11-211,9-1 1,11-6 114,13-3 0,9-5 142,3-3 1,-40-22 0,1-1-43,39 15 1,-34-17-1,2-2 54,1-1 1,1-1 0,7-2 0,1-1 1,2 0 1,0-2 0,3-2 0,0-1-147,-1-1 1,0-2 0,2-3 0,1-2 177,3-1 0,0-2 1,0 0-1,-1-1-108,-1-4 0,0-1 1,1 0-1,-1-1 73,-1-4 0,-2-1 0,-3-2 0,-2-2 14,-2-1 1,0-1 0,1-4 0,1-1 11,0-3 0,-1 0 1,-1 0-1,-2-1 38,-7 2 1,-3-2 0,0-2 0,-2-2-159,-4-2 0,-2-2 1,0-4-1,-1-1 144,-1 0 1,-1-1 0,-5 1 0,-1-1-69,-5 5 1,-3 0 0,9-39-41,-9 0 0,-17 1-170,-12-1 0,-22 3 109,-23 9 1,-14 3-268,23 35 1,-2 3 0,-1 1 0,-1 2 142,-2 2 1,-2 3-1,-1 4 1,0 4-607,-45 0 1,40 9 0,0 2 295,-4 1 1,0 2 0,0 1 0,0 2-492,2 2 1,1 1 1072,5 3 0,3 3 0,-37 16 0,6 8 0,0 3 0</inkml:trace>
  <inkml:trace contextRef="#ctx0" brushRef="#br0" timeOffset="317">2121 933 8919,'-13'-37'-56,"1"2"0,0-1 0,-1 2 0,1-2-593,0 2 1,3 0 313,1-3 0,0-2 334,-4-2 0,-1-8 0,1-7 1</inkml:trace>
  <inkml:trace contextRef="#ctx0" brushRef="#br1" timeOffset="1076">6068 909 8398,'-6'-48'0,"0"2"0,-3 7 0,1 3-582,-1 3 1,-4 7 270,-3 2 0,-5-1 549,-8 4 1,-9-2-35,-11-2 1,-8 5-205,-8-1 1,0 6-81,-5-1 1,5 6-1,-5 2 1,4 6 619,-4 2 1,-1 11-39,-7 10 1,-9 9-196,40-12 1,0 1-1,-40 24-296,5 6 0,40-20 0,1 2 221,-2 2 0,-1 0 0,-2 3 0,-1 2 15,-5 3 0,1 0 1,6 0-1,2 1-40,1 2 1,2 2 0,6-2 0,4 0 189,-19 42 0,6 0-380,10 1 1,10-1 96,10 0 0,8 1 43,9-1 0,10 0-196,11 1 0,5-5-7,7 0 0,7-1-281,5 1 0,13-4 168,-27-41 1,4-4-1,1-1 1,2-3 48,4-3 0,2-3 1,-1-4-1,1-4 169,3-1 0,1-3 1,-1-5-1,0-1-81,3 0 0,-1-2 0,3-2 0,1-3 100,4-3 1,1-3 0,-2-1-1,-2-3-45,0-8 1,-1-2 0,0 0 0,0-2-20,1-4 0,-1-2 1,-1 1-1,-1-1-203,1-4 0,-1-2 1,-3 2-1,-1-3 215,-5-1 1,-2-2 0,-1-1 0,-2-2-61,-5 1 1,-2-2 0,-5 0-1,-2-1-19,18-37 0,-12-6 81,-8-7 0,-18 45 1,-3-1-23,-4-2 1,-4-1-1,-6 2 1,-5 3-245,-30-38 0,17 44 1,-3 0 117,-3-1-1,-2 2 1,-2 0 0,-1 1 102,1 4 1,-2 0 0,-2 2 0,-2 2-156,-1 7 0,-1 3 0,0-1 0,-1 2-260,-4 5 1,-1 1 0,3 4-1,1 1-613,-43-1 1,19 6 749,18 10 0,11 9 296,10 7 0,5 2 0,12 7 0,5 5 0</inkml:trace>
  <inkml:trace contextRef="#ctx0" brushRef="#br1" timeOffset="1251">5747 1020 8574,'-51'-81'0,"9"7"1183,10 11 1,11 9-463,12 17 0,4 0-1868,5 0 0,-4-5 481,0-3 1,0-3-387,4-2 1,-5 8 1051,1 5 0,0 11 0,4 8 0,0 6 0</inkml:trace>
  <inkml:trace contextRef="#ctx0" brushRef="#br1" timeOffset="2345">10225 798 8733,'7'-10'70,"-3"-2"1,1-3-538,-1 2 1,5 1 327,-5 0 1,5-2 567,-1-2 1,-1 0-197,2-4 1,-7 3-111,2-3 1,-5 1-9,-7-2 1,-9-2-52,-16 2 1,-6-2 95,-15-2 1,-7 5-79,-9-1 0,-10 10-371,-6-1 1,-9 4 305,43 3 1,-3 1 0,-2 2 0,-2 2-59,-4 3 1,-2 2-1,-1-1 1,-1 2 33,2 3 1,-1 2 0,-1 1 0,0 1-277,-1 1 1,0 1 0,1 1-1,0 2 300,1-2 0,0 1 0,0 0 0,0 1-11,1 0 0,-1 1 0,1 2 0,1-1 213,-2 1 1,0 0 0,4 2-1,1 2-72,5-1 1,1 1-1,-4 3 1,0 1 151,-3 6 0,1 0 0,5-1 0,2 1-59,2 1 1,1 2 0,6-2 0,3 0 170,-28 30 1,4 1-109,9-1 1,9-7-85,11 3 0,12-3-227,13 2 1,5 5 75,7 0 0,12-2-40,9-6 0,10 1 18,14-6 0,6 9-224,11-4 1,1 1 4,3-6 0,6 6-73,-30-28 1,3 0 0,3-1 0,2-1 232,7-3 0,1-3 0,0-3 0,-1 0-6,-1-1 1,-1-1-1,6-4 1,0-1-1,3 0 0,0-1 0,5-4 0,2-3 14,-1-1 1,-1-3 0,3-5 0,-1-2-36,-5-1 1,0-3-1,3-4 1,0-4 61,1-2 1,0-2 0,1-4 0,-1-4 169,-4 0 0,0-1 0,2-4 0,-1-2-26,-4 1 1,-2-2 0,1-1-1,-1-3-81,-3-2 0,-1-2 0,-2-2 0,-2-3-55,-4-1 0,-3-3 0,0-4 0,-2-4-56,-1-1 0,-3-3 0,-3-2 0,-3-2-116,-3-2 0,-5-2 0,-3-1 0,-4 0 55,-7 0 1,-4 0 0,-4 5 0,-5 1-133,-7 3 0,-5 2 0,-4 4 0,-5 3 71,-9 1 0,-4 3 0,-7-3 0,-5 3-24,-6 3 0,-1 3 0,1 1 0,-1 4-17,3 8 0,-1 4 0,0 3 1,-1 4 52,0 6 0,-1 3 0,-4 2 0,-1 3-365,1 4 0,1 3 0,5 3 1,3 2-106,-34 10 0,18 9 363,7 12 0,13 5 243,8 11 0,5 1 0,8-1 0</inkml:trace>
  <inkml:trace contextRef="#ctx0" brushRef="#br0" timeOffset="2527">9559 810 10715,'-32'-36'-441,"5"2"0,5 3 1150,5 0 0,9 3-140,4 3 0,3 0-530,1 1 0,4-2 30,0-3 0,4 3-1064,-4-3 1,6 7 1020,-2 2 1,3-12 0,1-6-1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2:51.60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161 1393 8523,'-16'-2'55,"-1"0"1,2-3 0,2 1 1068,0-1-701,6 3 1,1-4-222,1 1 1,4-1 70,-3-7 1,3 0 218,1-4 1,0-5-186,0-11 0,0-1 107,0-11 0,0-6-381,0-6 1,1-9 101,3-4 1,-1-8-545,5-4 0,-5-9 422,1-4 1,-3 46 0,-1-2-533,0-47 0,0 7 205,0 13 1,-5 11 49,-3 9 1,1 12 101,-2 17 332,1 11 0,1 14-594,3 8 0,-1 9 133,1 7 1,-5 5-62,5 4 0,-4-2 396,4 6 1,0-2-765,4 2 0,0 2 164,0-7 0,1 3 124,3-3 0,-2-2 361,2 3 0,1-3 71,-1-1 0,1-2 12,-5-2 0,0 2-143,0-2 1,0-8 678,0 0 0,-2-9-170,-2 0-204,3-3 1,-9-6 313,6-4 0,0-7 609,4-5 1,0-2-146,0-1 1,5-5-392,4 0 1,2 0-59,1 5 1,0 3-189,1 0 1,3 6-141,1-1 1,0 2 124,0 2 1,2 5-196,6 3 0,-1 4 0,1 4 0,0 4-201,-1 9 0,1 2-325,0 6 1,3 1-599,1 2 0,5 0-917,-1 5 0,3-2 1936,1 2 0,5 8 0,2-2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2:50.687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518 1467 8444,'-20'4'-240,"0"1"1,3-3 0,2 1 0,-1 0 111,0 1 0,5 1 442,-5-1 1,9-2 311,-6 2-370,4-3 0,-4-1 176,1 0 1,5-5 69,3-3 0,1-9-79,-1-3 1,3-9 59,-3-4 0,4-14-145,4-6 1,0-13-127,8-8 0,-2-16-355,-2 39 1,0-1-1,0-2 1,-2 0 96,0-2 1,0 1 0,1 1 0,-1 1 56,0-1 1,0 1 0,-2 0 0,-1 0-252,0-1 0,-2 1 0,-1-37 197,-4 16 0,1 18 85,-5 19 0,0 11-287,-5 9 1,5 9 36,0 4 1,4 4-233,-4 4 0,4 4 191,-5 9 0,1 2-700,-4 5 0,-1 1 503,1 0 1,4 4-781,0-1 1226,-1 7 0,-3-4 0,0 6 0</inkml:trace>
  <inkml:trace contextRef="#ctx0" brushRef="#br0" timeOffset="209">123 542 8444,'-20'0'0,"1"0"4,1 0 1,-3-1 203,5-3 0,1-3 356,7-5 1,2-6-84,6-3 1,1-8 10,4-3 1,8-8-67,12-1 1,5-2-98,7 2 0,6 4 70,2 0 1,-1 7 175,1 9 1,-4 4-304,4 4 0,-5 6 2,1 3 1,-4 10-314,-4 6 0,-3 7 159,-5 10 1,0 3-408,-1 5 0,-3 0 218,-1 0 1,-5 1-801,2 3 1,2 2 159,2 2 0,-2-3-576,1-5 1285,1-5 0,15 9 0,2-3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2:49.871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457 1467 7773,'0'7'-1243,"0"-1"1464,0-6 42,0 5-119,0-4 1,-1 5 337,-3-6-393,3 0 1,-5-3 417,6-5 1,0-7-122,0-14 0,0-9-52,0-12 0,0-11-101,0-13 0,-5-7-680,-4-10 0,2-6 332,3 46 1,0-1 0,0-2-1,-1 0-23,-3 1 0,-1-1 1,2 1-1,-1-1 19,-2 3 0,0-1 0,0 0 1,-1 2-46,-14-37 1,1 13 75,-1 25 0,0 11-398,1 9 961,4 8-309,3 9 1,10 8-454,3 8 0,4 3 143,4 5 1,1 5 391,4-1 0,1 5-1446,-1-5 1198,2 11 0,6-6 0,3 9 0</inkml:trace>
  <inkml:trace contextRef="#ctx0" brushRef="#br0" timeOffset="266">260 419 8378,'-25'5'0,"2"4"-15,2 2 1,0 1 330,4 0 1,-1 1-20,2-1 0,2 0-24,-2 1 1,2-5 23,2 0 0,1-4 166,2 4 0,-2-5-44,3 1 0,1-4 130,-1-4 1,5-4-387,-1-9 0,3 2 83,1-5 0,7-6-111,5-7 1,7-3 107,10-1 1,-1 0-77,4 0 0,1 0 27,4 0 1,0 2-204,0 2 1,0 5 28,0 12 0,-5 1-141,-3 11 0,1 5-159,-1 7 1,-2 15 154,-6 10 0,-4 6-557,-4 10 1,0-1 323,4 10 1,-3-1-1041,2 5 0,0 5 1122,5 3 1,5 3-1,11 1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2:53.805"/>
    </inkml:context>
    <inkml:brush xml:id="br0">
      <inkml:brushProperty name="width" value="0.06" units="cm"/>
      <inkml:brushProperty name="height" value="0.06" units="cm"/>
      <inkml:brushProperty name="color" value="#008C3A"/>
    </inkml:brush>
    <inkml:brush xml:id="br1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7266 777 8418,'-17'-13'-300,"1"1"1,-1 0 0,1 1 0,-2 1-185,-1 2 0,0 4 720,-2-5 1,-2 1-144,2-4 0,-2 0 99,-2-1 0,1-3-96,-1-1 1,-4-5 43,0 2 1,-1 1-72,1-2 1,2 2 128,-6-2 0,4 4-107,-4 4 1,5 1-1,-5 0 1,-4 3-104,-4 1 1,-2 4 97,2-4 0,1 5-155,-5-1 0,0-3 77,-5-1 0,7 1-107,1-1 0,4 0 33,1-5 0,0 1 35,0 0 0,0-5 68,0 1 0,-1-2 11,-3 1 0,-2 4-25,-2-4 1,1-1-15,3 2 1,3 0 117,-4 3 1,0 5-97,1 0 0,0 5 29,4-1 0,-6 2-54,-2 2 1,-4 5-5,-5-1 1,2 5-6,-5 0 1,3 3-14,-3 4 1,4-2 55,0 2 0,8 0-25,4 0 0,1-1 82,-1 6 0,-3-5-82,-5 5 0,-1-2 252,1 1 1,-2 4-41,-2-4 0,8 4 97,-1 0 0,8 2-88,5 3 1,3-2 124,5 6 1,5 0-130,-1 4 0,6 0-30,-1 0 0,0 6 16,0 2 1,-2 2-5,-2-2 0,0 3 10,4-3 0,1 3-18,-6 1 1,6-1-247,-1-3 0,-2 3 21,2-2 0,-1-4-134,5-1 1,5-5 264,3-7 1,2-2-13,2-10 0,11 3 158,6-3 0,10-1-149,6-4 0,10-3 103,6-1 1,3-5-56,10 1 0,-1-3 7,13-1 1,6 0-318,15 0 0,-45 0 0,1-1 113,6-1 0,1 0 0,-1-1 1,0-1-314,2-2 1,1-1 0,2 3 0,1 0 298,3 0 1,-1 0 0,-2 2 0,-1 0-123,0-2 1,-1 0 0,-5 2-1,-1 1 44,1-1 0,-1 0 0,-2 0 1,-1 1-46,1-1 1,1 0 0,44-1 152,-3-5 0,-8 0-17,-8-5 1,7-4 88,9-4 1,-1-4 250,-3-3 1,-6 0 67,-11-5 0,1 0-119,3-4 1,4-4-197,0 0 1,-2 0 70,-18 4 1,-5 0-212,-12 0 0,2-6 23,-6-2 1,-5-4-3,-7-5 0,-13-2-37,-4-5 1,-10-9-162,-6 0 1,-11 1 161,-18 12 0,-6 2-34,-10 6 1,-7 5-1357,-6 3 1,-8 12 617,-12 4 1,-7 14 339,38 6 1,-1 2 0,1 1 0,-1 1 188,1 1 0,-1 0 1,1 3-1,0 1 346,-44 8 0,45-4 0,-1 2 0,0 3 0,2 2 0,-45 17 0,8 7 0</inkml:trace>
  <inkml:trace contextRef="#ctx0" brushRef="#br1" timeOffset="676">3639 863 9587,'-1'-37'-143,"-3"0"0,-3 0 1,-1 1-1,-1 2 944,0 1 0,-1 6-797,2-2 1,-2 2 149,6-2 1,-5 0-633,0-8 1,-7 8 132,-5-4 1,-5 2-36,-7 2 0,-2 0 239,-15 5 0,0-1 96,-8 0 1,-2 6 82,2 3 1,-9-2-105,-7 1 0,-7-1-262,-9 2 1,-7 4 317,45 5 0,1 1 0,-1 0 0,0 0 137,0 2 0,1 0 0,0-1 0,-1 0 6,-3 1 1,-1 0 0,3-1 0,-1 0 12,-1 3 0,-1 0 1,3 0-1,1 0-45,-47 2 0,49 2 1,0 2 9,-2-1 0,1 2 1,-48 7-104,50-4 0,0 1 1,-49 8 109,8 4 1,-2 4-136,2-1 1,-4 2 88,45-9 1,0-1-1,-46 13 1,9 4 1,6 0 23,15 4 0,-3 0-133,-1 0 0,-5 9 90,8 4 1,5 2 3,20-3 1,3 1 51,13-1 0,-1 3-7,10-3 0,5 2-7,7-10 0,2 6-27,2-2 1,7 3-22,6 1 0,6 1-25,9-1 1,12 3-3,14-3 0,9 5-19,15-13 1,7 3-32,5-11 1,1 1 61,-5-1 0,-39-16 0,1 0-9,46 12 0,-41-17 0,0-2-82,-2-3 1,1-2-1,-1-1 1,0-1 76,1-2 0,-1-2 0,2-2 0,0-2 125,0-3 1,1-1-1,0 0 1,0-4-21,0-4 0,-1-3 0,-1 3 0,-1-1 51,-4-4 0,0-1 1,1 0-1,0 0-91,-2-1 1,-2-1 0,2 0 0,-1-1 23,-1 0 0,-2-1 1,38-25-195,-6-6 1,-8-2 72,-13-2 0,-12 2-580,-16 6 0,-2 2 230,-6-5 0,-2 6-717,-7 2 1,3 8 320,-3 12 1,0 7 758,5 14 0,2 2 0,9 6 0</inkml:trace>
  <inkml:trace contextRef="#ctx0" brushRef="#br0" timeOffset="1468">10103 629 8358,'-33'-50'0,"1"4"134,2 5 0,-4 1 333,1 11 1,3 4-354,1 5 0,2-1-240,-2-3 1,-4 0-207,-8 4 1,-3-2 178,-5 5 1,-6-3 42,-3 3 0,-6 2 92,-2 7 0,4-2-118,5 6 0,3 0 186,-3 4 1,-8 2-37,-9 2 1,-1 4-188,-7 8 1,5-1 397,-1 6 1,5 0-27,7 3 0,1 5-82,7 0 0,2 5 96,-2-1 1,2 8-56,-1 4 0,4 0 49,12 5 1,3-4-9,13 8 0,1-3 121,11-2 1,4-4-250,9 0 1,0-4 21,0 5 0,1-2-198,3 1 1,3 3 351,5-3 0,1-1-341,-1 1 1,6-1 143,2 1 0,5-2-108,4-6 1,2 0 29,6 0 1,6-7-24,2-6 0,7 0 118,2-8 1,6 1 155,2-5 1,-5-1 36,5-3 0,4-2-233,8-6 1,12-6 10,13-2 0,-2-3-219,2-1 1,-49 4 0,0-1 203,-1 1 1,0 0 0,6-3 0,1 0 5,6 1 1,0-1 0,-6 0-1,0-1-69,0 0 1,-1-1-1,-5 1 1,-1-2 55,45-14 0,-44 12 1,0 0-80,4-2 1,-1-1 0,-3-2 0,-2-1 6,-2 1 1,-2-3 0,33-25-98,-11-5 0,-7-2 85,-2-5 0,-6-1 63,-2 0 0,-16-1-234,-12-3 0,-12-2 0,-5-6 1,-20 5-9,-13 4 1,-12 13 21,-12 6 0,-4 12-232,-4 5 0,4 14-304,4 7 1,4 5 392,3 3 1,0 7-711,5 5 1078,5 6 0,5 4 0,7-3 0,5-2 0,1-1 0</inkml:trace>
  <inkml:trace contextRef="#ctx0" brushRef="#br0" timeOffset="2161">14087 505 8393,'-17'-35'-252,"-1"2"1,1 5-1,-3 6 1,0 5 22,-6-1 1,-4 4 578,-7-2 1,-6 0-85,-2 0 0,-4 1-463,-5-6 0,4 1 3,-4-5 0,-1 1 129,2-1 0,-6 0 188,1 0 0,-10 2 185,-2 3 1,-6-2 56,7 5 1,1 5-144,3 4 1,2 5-15,1-1 1,-2 4-43,-6 4 1,-2 3-44,-10 5 1,7 2-49,1 2 0,9 2 105,8 3 0,2 6 25,-7-2 1,7 4-24,-6-1 0,2 5-159,-3 8 1,0 3 125,1 6 1,11-1-205,9 0 1,4 6 128,9 3 0,3 6-102,4 2 1,8-2 39,0-6 1,2-3-169,7-6 0,0-4-18,4 0 0,1-5 170,4 1 1,3-1 93,8 1 0,3-3-98,6 4 0,5-5 238,3-4 1,6-5-67,6-7 0,14 1 31,19-6 0,10-1-267,-38-10 1,2-1 0,-1-1 0,0-1 139,2-2 1,1 0 0,3 0 0,2 0 3,7 0 0,0 0 0,-3-3 0,0-1 11,5-1 0,-1-2 0,-2-1 0,-2-2 12,-1-2 0,-1-1 1,2 0-1,-1-1-7,2-2 0,-1-1 0,-6 1 0,-1-1-33,-2-3 1,-1-1 0,-5 1 0,0 0-5,38-21 0,0 1-1074,1-5 1,-8 5 485,-5-1 0,-12 3 441,-13 1 1,-10-1 286,-11-4 1,-7-3 287,-5-8 0,-7 1-464,-5-6 1,-6-2 56,-6-2 0,-11-1-7,-14 10 0,-5 1-27,-8 6 0,-15 1-2817,-17 8 2779,-11 8 0,-3 9 0,41 13 0,-1 1 0,-2 2 0,0-1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2:57.557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173 1986 14920,'-11'-18'-2615,"1"-1"2164,2 0 0,0 3 263,-5 7 1,5 4 509,0 5 1,4 0 120,-4 0 1,3 0-18,-3 0 1,5 5 66,-1 4 1,3-2-328,1 1 0,0-4 256,0 4 0,0-4 605,0 4-516,0-5 0,5 7-599,4-6 0,3 0 223,5-4 0,3 1-254,9 3 0,4-2 16,8 2 0,3-3 60,5-1 0,2 4 116,2 1 0,5-1-140,8-4 0,8-4 179,8-1 0,7-8 71,1 0 0,-1-3 27,-6-1 1,-7 0 24,-10-4 1,-7 3 9,-14 6 0,-2 1-44,-6 3 0,-2-2-33,-2 6 0,-8 0-48,-9 4 1,-2 0-52,-1 0-280,-1 0 691,-5 0-503,-2 0-142,-5 0 356,0 0-217,-5 0 0,-4 0-43,-7 0 0,-3-1 80,-6-4 0,-5 4 25,-3-3 1,-7 3-46,-1 1 1,-5 4-154,0 0 1,-3 4 126,-4-4 1,1 6 88,-6-2 1,-1-1 160,-7 1 0,-4 2-144,-8 6 0,7-2 292,-3 2 0,10-2-70,2-2 1,3 1 24,1-1 1,8 0 0,-4 1 1,5-5-122,8 0 0,0-5 34,4 1 0,7-3-130,5-1 0,6 0-192,6 0 207,6 0-684,2 0 1,6 0-146,3 0 0,9 0-446,7 0 1,9 4-773,4 1 1,10 5 1851,6 3 0,6-1 0,6 6 0</inkml:trace>
  <inkml:trace contextRef="#ctx0" brushRef="#br0" timeOffset="927">4268 2159 11397,'-21'-12'-286,"2"-1"0,0 2 1,1 3-1,0 3-531,3-1 0,-4 5 1129,-2-3 0,2 2-15,-1 2 1,-1 0 120,-3 0 0,-1 0-71,0 0 1,1 0 106,-1 0 1,0 0-95,0 0 1,1 0-19,-1 0 1,2 0 142,2 0 0,3 2-59,6 2 0,4-1-203,0 5 1,5-4 25,-1 4 0,4-4-352,4 4 0,4-5 122,9 1 0,2 2-94,5-2 0,8 0-12,5-4 1,5 0 132,8 0 1,-1-1-96,1-3 1,4-3 65,4-6 0,8 1-67,4 0 0,9-1-91,7 1 0,5 0 244,3-1 1,1-2-99,-9 3 0,-8-3-145,-12 7 1,-4-3 148,-4-2 1,3 1 13,-7 0 0,-4 3-19,-13 1 1,-7 5-26,-5-1 0,-2 2 303,-6-3-226,-6 4 374,-6-4 1,-6 6-314,-3 3 1,-6-3 99,-10 4 0,-4 1-238,-13 3 1,-9-2 77,-16 1 1,-5 0-33,-7 4 0,0 1-64,0-1 0,-4 0 111,0 1 1,0-1-64,4 0 1,0-1 108,0-2 1,-2 0-96,6-5 0,7 0-14,18-4 0,8 0-644,8 0 240,3 0-700,12 0 0,5 0 478,13 0 1,10 0-981,10 0 1597,7 0 0,11-5 0,2-2 0</inkml:trace>
  <inkml:trace contextRef="#ctx0" brushRef="#br0" timeOffset="1877">8264 2110 10868,'-20'-14'0,"1"-1"-132,1-2 0,1 1-36,5 4 0,0 3 181,-1 1 1,5 0 233,0-4 54,0-1 0,-3 1-81,3 0 0,-3 3 784,2 1-427,4 5-17,-6-2-153,10 5 0,-5 1-156,6 3 1,1 2-147,4 2 0,7 3 310,8-3 1,6 2-726,7-2 0,6-2 255,10-6 0,7 0 52,6 0 0,1 0 18,7 0 0,7-7-246,9-6 0,11 0 188,-43 3 1,-1-1 0,44-8 303,-6-2 1,-14 4-69,-12 4 1,-11 2-67,-5 3 0,-14-1-60,-7 4 0,-11 1 37,-9 4-121,-5 0 0,-9 2 46,-10 2 0,-12-1-69,-5 5 1,-8-1 288,-4 1 1,1 3-253,-1-3 1,-6 3 75,-6 1 1,-5-2-14,-4 2 1,3-6 119,-3 6 1,3-2-37,2 2 1,0-4 44,4 0 1,9-5-90,11 1 1,5-2-160,8-2 0,5 0 24,2 0 5,9 0 0,4 0-163,8 0 0,4-2-297,9-2 0,2 3-481,5-3 0,5-2 965,0 2 1,11 0 0,-2 4 0</inkml:trace>
  <inkml:trace contextRef="#ctx0" brushRef="#br0" timeOffset="2561">11508 2110 10459,'-11'-17'-403,"2"1"1,1 1 417,-2 1 570,5 2 5,-6 5 243,9 1-556,2 6 1,13 6 262,7 2 0,5-3-161,4 0 0,9 0 59,11-1 1,9 0-42,12-4 0,7-5-171,13-3 0,2-3-129,2-2 1,-3-5-470,-9-2 0,-2 1-405,-6-2 0,2 2 432,-2-2 1,-9 4-1615,-16 4 1959,-5 6 0,-13 2 0,-2 5 0,-3 0 0</inkml:trace>
  <inkml:trace contextRef="#ctx0" brushRef="#br0" timeOffset="4795">2664 1629 8762,'-17'-21'0,"-3"0"-739,1 0 0,-4 1 554,2 0 0,3 3 558,2-3 1,-2 5 33,2-2 0,-1 4-168,5 0 1,1-3-8,3-1 1,-2 0-4,6 0 0,0-2 12,4-6 0,3-1 37,5-3 0,2-1-72,10-3 0,2-6 69,7 2 0,4-3-7,8 3 0,3-6 0,5-2 1,4-3 3,1-1 1,-1-1-176,-3 1 0,-1 0 138,0-1 1,-1 3-163,-2 1 1,3 4 73,0 5 0,6 0-191,7 0 1,4 1 95,-1 3 1,1-1-17,-4 5 0,-5-4 34,1 5 1,-1-5-22,5 4 0,4-4-99,0 4 1,2 5 90,-6 3 0,0 6-59,-13-2 1,-4 8 55,-12 1 0,3 5 111,-3-1 1,8 2-65,4 2 0,8 0 110,5 0 0,2 0-208,2 0 0,2 2-144,-2 2 0,-7-1-4,-10 5 1,0 0 241,5 4 1,3 1-125,1-1 1,0 5 16,0-1 1,1 6 221,2-2 0,-3 4-42,-9 0 1,-4 5 95,-8 0 0,-3 5-132,-5-1 1,3 3 119,1 1 1,0 0-178,-4 0 0,-1 5 67,1 3 1,0-1-203,-1 2 0,5-1 115,0 4 0,1 2-27,-1 2 1,-3-6 25,3 2 0,-2-4-109,2 1 0,-3 2 127,3-3 0,-7-3-11,-2 0 1,-1 0 192,2-1 0,1 2-106,-6-2 1,2-4 114,-1 0 0,-4-2-80,4-6 1,-5 0-62,-4-4 1,2-2-4,-6-3 1,0-2-138,-4-5 1,0-1 245,0 0-389,0 1 37,0-7 131,0 0 1,0-7-5,0-4 1,-4-3 2,0-8 0,0 1-117,4-6 1,0 1 125,0-5 1,0-1-19,0-3 0,0 2-12,0-6 0,1 4 5,3-4 0,0 4 15,9-4 0,-4 5-25,8-5 0,2 1 3,2-1 1,7-2 85,5 2 1,3-3-524,1-1 0,0 4 287,0 0 1,-2 6 146,-2-2 0,2 3 119,-7 1 0,0 1-180,-8-1 1,4 2 214,-4 2 1,8-6-100,0 2 0,7 1 26,-2-1 0,4 3-76,4-7 1,4 3 66,8 1 0,-1 1-50,6-1 1,-2-4-7,2 1 1,6-1-25,-2 4 1,8-1-205,0-3 0,6 7 196,3-2 1,1 2 0,-6-3 1,-8 6 5,-12 2 0,0 4 4,0 0 0,9 2 141,-1 3 1,-2 3-100,-3 5 1,0 1 123,0 3 0,-3 7-179,-9 6 0,2 3 13,-6-3 0,7 3-46,1-3 1,10 5 74,7-2 0,-1-1-186,-3 2 1,-2-5 175,-2 5 0,1-2 182,-6 2 1,-3 1-213,-5-6 1,4 6 30,5-2 0,7 8-21,-3 1 1,0 1 6,-9-1 1,-5 6 479,-3 6 1,-4 5-202,-4-5 1,-3 1 160,-5-1 1,-2-2-66,-3 2 1,6 1-283,-5-1 1,5 1-23,-5-5 0,-2 1-167,1 3 1,-6-5 1,-2 5 0,-1-6 105,-7 7 1,2-4-53,-2-1 1,-3-10 82,4-2 1,-5-4 4,-5-1 1,3-2 62,-7-6 636,7-5-120,-4-1 290,6-6-660,0 0 1,0-6-54,0-2 0,6-3-224,2-1 1,4-2 155,5-3 0,2-2-111,6-5 0,1-7-56,2-1 1,0-5-137,5-5 1,-4 4 67,3-3 1,1-3-49,4-1 1,-1-3 113,-3-1 0,8 3 4,0 1 1,8-6-144,9-6 0,-3 2-88,11 2 0,-6 2 380,6 1 1,-5 1-147,-3 0 1,-3 9-58,-6 3 1,6 8 126,2 0 0,5 3 152,4 2 0,1 0-148,3 4 0,-3-2 14,-5 6 0,2-1-65,6 5 1,1 5-7,12 3 1,-1 2-29,4 2 0,-8 7-2,0 6 1,-15 4 99,3 8 1,-5 5-52,0 3 1,0 4 7,-4 4 0,-6-1 15,-6 5 0,-9 6 153,1 7 0,-4 2-127,-1 1 1,-3-3-24,-8 0 1,2-6 225,-2 1 1,6 1-106,2-5 1,0 2-205,-5-10 0,5 0 85,0-4 0,4 4-22,-4 0 0,-1 0-356,-3-4 0,1-4-449,3 0 0,2-1-3416,6 0 4239,-5-1 0,6-7 0,-2-2 0,0-3 0,-1-2 0,-2-1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3:03.494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517 1081 14228,'-12'-12'-1970,"0"-1"1425,-1 1 0,5 0 279,0-1 0,4 2 156,-4 3 1,5-3 238,-1 3-25,2-3 0,2-1 154,0-1 0,6 5-30,2 0 0,4 4 453,5-5 0,3 5-165,9-4 0,-1 5 59,5-1 1,1 3-47,7 1 0,-1-4-223,5 0 0,-4-2 90,4 2 0,0-3-135,5-5 1,-1-5-105,0 1 1,-3-6-2,-1 2 1,-4-5-133,4-4 0,-9-1 123,1-3 0,-8-1-90,-1 5 1,-2-5 26,-1 1 1,-6-3-46,-2-1 0,-5 4-106,-4 0 0,-2 1-115,-6-5 0,-10 0-274,-2 0 1,-9 0 73,1 0 0,-9 1 30,-4 3 0,-9 3 204,-8 5 1,-7 6 143,-13 3 1,-6 3-175,-10 5 1,4 9 515,0 12 1,-2 11-12,-6 13 1,42-13 0,0 2-140,-2 4 0,1 1 1,1 2-1,1 2 63,5 1 0,2 2 1,3 0-1,2 2 199,-27 38 0,13 8-1047,12-4 1,19 6 321,18-6 0,24-9-786,26-7 0,37-18 808,-28-31 0,6-6 0,12 0 0,5-4 253,15-5 0,3-4 0,-31 2 0,0 0 0,1 0 0,4 0 0,0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1:02.511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161 1025 7600,'-26'-18'77,"-1"-1"1,-2-2-1,3 2 1,4 2 565,6 6-1696,7 5 846,4 6 0,6 4 258,3 0 0,3 5-9,5 0 0,1 0-90,-1-1 1,5-1 100,-1-3 1,0-2-90,-3 2 0,1-3 456,2-1 0,-2 0-26,2 0 0,-2 0 135,-2 0 1,2 0-201,2 0 0,-2-4-9,2 0 1,0-4-275,0 4 1,-1-6 48,6 2 1,1 1-160,6-1 0,4 0 71,5-5 1,5 0-42,4-4 0,3 3-53,4-2 0,-2 2-47,3 2 1,-5 0 42,-4-1 0,-2 2-71,-6 3 1,-5-2 80,1 6 0,-1-1 50,1 1 0,-3 2 42,-5-2 1,-1 1-48,1-1 0,4 2 45,0-7 1,-1 5-40,-3-4 1,0 4 5,-1-4 0,1 0-33,0-5 0,-6-1-127,-3-2 1,-2 2 199,-2-2 0,-1-3-64,-2-2 0,-4 2 106,-5-2 0,0 2-70,0-1 1,-5-4-6,-4 4 1,-3-4-36,-5 0 0,2-1 6,-5 0 0,-1-3 59,-3-1 0,-1-5-23,0 1 1,-3 1 92,-1-1 1,-1 6-71,1-2 1,1 3 221,-5 1 0,1 6-70,-5 3 1,-5 3-138,1 5 1,-1 3-9,1 5 0,-9 3-12,-7 5 1,-3 1 19,-2 12 1,-3 1-9,4 7 1,-4-2 2,8 6 1,7-4-9,5 4 0,11-1-77,5 5 0,3 0 67,1 0 1,6 0-105,3 0 1,6 0 18,2 1 1,5-1-70,-1 0 0,3-6 83,1-2 1,5 1-20,4-1 0,3 0-162,4-5 1,3-5 42,6-2 0,5-3-288,3-2 1,6-1-51,6-3 542,6-2 0,16-12 0,1-1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1:05.344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147 1 7647,'-29'0'-59,"2"0"1,2 1-1,4 2 1,5 2-113,5 2 1,0-3-135,7 4 1,1-1 166,7 1 1,5 2-1,7-6 0,-1 0 56,6-4 82,-1 0 0,10 6 0,2 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1:07.54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1037 1036 7589,'-13'-1'-64,"1"-3"0,0-3 1,1-1-1,1 1-74,2 1 0,4-2-40,-5 4 81,7 0 231,-4 4-170,6 0 0,6 4 5,2 0 0,4 6 22,5-2 0,-4-1 2,4 1 1,1-4 80,-2 4 1,5-5-55,-5 1 0,6 2 100,-1-2 1,2 0-74,2-4 0,1 0 52,2 0 1,4 0-22,5 0 1,0 0 17,0 0 0,1 0-74,3 0 1,-2 0-1,2 0 0,-3-1-128,-1-4 1,-1 3 46,-3-7 0,2 1-83,-2-4 0,2-2 82,-3-2 1,4-2-10,-3-3 1,3-5 9,1 6 1,-6-6 63,-2 5 1,-4-2-17,-5-2 0,2 1 113,-5-1 1,-5 4-71,-4 1 1,-5 3 93,1-3 1,-3-1-70,-1-3 1,0 3-29,0 0 1,0 1-31,0-5 1,-4-4 33,0 1 0,-5-3-4,0 3 1,-2 0 10,-1-5 1,-6 0-3,-2-4 1,-4 0 3,0 0 0,-6 2 8,-3 2 1,-3-1 102,-1 5 0,-1 1-63,-4 8 0,4 2 125,-3 6 0,-3 1-46,-1 3 0,-6 2 52,-6 6 1,-6 6-81,-11 2 1,-9 4-317,1 5 0,-6 3 127,6 9 1,-8-2 59,43-11 0,-1 1 1,-2 2-1,-1 1-58,-1 2 0,1 1 1,4-1-1,2 0-7,-37 23 0,7-4 126,5 4 0,0-1-144,8 1 0,9-4 85,11-8 1,10 2-2,3-7 0,10 1 5,6-4 1,6 0-54,7-1 0,6 2-141,2 3 0,10-7 244,7 3 0,10-3-202,10 2 0,16-5 68,9-2 1,4-3-52,8-2 0,11-5-156,-42-5 0,1 0 1,8-1-1,2-1 159,5 1 0,2-2 1,0-1-1,1-1-1473,8-1 0,1 0 1587,2-4 0,2-1 0,7 0 0,1-1 0,3-2 0,1-1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1:56.00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1260 1488 7662,'-26'-1'223,"-3"-5"0,-2-5 0,-1-5 0,5-2-225,5 0 1,6-4-472,7 2 0,7-8 499,10-1 0,5-5-57,12 1 0,5-2 169,3-2 1,7-10-26,1-2 1,0-5-52,-4 1 1,4-2-96,0-3 0,1-1 168,-5 6 1,-6-5-61,-2 5 0,-9-2-40,-3 2 1,-9 2-31,-4-2 0,-9-2 98,-8 1 1,-6 1 185,-10 4 1,-4 5-46,-8 3 0,-4 8 69,-8 4 1,-5 4-57,-8 5 1,-9 3-284,-11 9 1,-8 9 160,43 4 0,0 3 0,1 0 0,0 3-32,-2 2 1,1 3 0,1-1 0,1 3-57,2 1 0,0 3 0,-1-1 0,1 3 54,3 2 0,2 1 0,-1 2 0,2 1 16,3 4 1,2 2-1,-20 35 121,11 12 0,17 0 147,16 8 0,5 3-287,6-42 0,2-1 0,4-1 1,2 0-25,2 2 1,3-1 0,3-1 0,4-1-210,2-1 0,3-2 1,3-2-1,1-1 79,34 35 0,6-14-122,11-6 1,4-8-50,3-4 0,4-5-142,-8-8 1,-1-10 153,1-11 0,4-8-90,5-12 0,1-12 299,-2-17 1,-12-13-69,0-11 0,-4-7 36,-35 32 1,0-2 0,-1-2 0,0-1-3,2-1 0,-2-2 1,-5 0-1,-3-1-69,-2-3 0,-3-3 0,-4 1 0,-3-1-6,-4-4 1,-4-1 0,-2 1 0,-3-1-53,-3 0 0,-4 1 0,-6 2 0,-3 0-24,-6 1 0,-3 2 0,-3 2 0,-4 2-164,-4 2 0,-4 2 0,-3 4 0,-3 5 139,-3 4 1,-3 4-1,0 3 1,-1 5 33,-1 7 0,-1 3 1,-1 1-1,0 1-101,-1 4 0,-2 2 283,-7 4 0,-2 1 0,-3-2 0,-1 2 0,-4 3 0,-2 2 0,1 0 0,0-1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1:56.60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1420 1330 7756,'-72'-37'0,"-4"2"-95,-8 7 0,-5 1-65,-10 15 0,2 3-478,2 9 0,10 0 647,11 0 0,-5 1-76,1 3 0,-3 8 430,-5 9 1,19 9-194,1 7 0,16 12 207,9 13 0,8 12-200,5 12 1,8 8 21,13-44 1,2 2 0,1 6-1,1 1-262,2 4 0,2 1 0,4 3 0,1-1 129,2 2 0,1 0 1,1-5-1,2 0-176,-1-1 1,2-1 0,3-6 0,2-1 71,0-2 1,1-1 0,6-6-1,3-3-69,29 32 0,10-19 20,11-18 0,9-12 2,7-17 1,1-16 125,-46-2 1,1-5 0,-2-5 0,1-4-172,4-7 0,1-4 0,3-4 0,1-5 238,2-8 0,-1-3 0,5-6 0,0-3-339,0-9 1,-1-2 0,-1 3 0,1-1 248,-19 23 1,0-1 0,-1 0-1,18-27 1,-2 0 19,-3-4 0,-1-1 1,-4-3-1,-2-1-77,-3-1 1,-2 0 0,-7 5 0,-3 1 51,-1-2 0,-4 0 1,-5 5-1,-3 1-178,-3 0 1,-3 0-1,-2 4 1,-3 1 109,-3 3 0,-5 1 0,-6 7 0,-3 3 0,-18-36 1,-20 10 66,-13 16 0,-16 10 154,-8 13 0,-6 20-352,6 18 1,-17 23 34,44-3 1,-1 5-1,-3 9 1,1 4-585,-5 5 1,2 4 734,2 3 0,3 4 0,6 2 0,1 3 0,0 1 0,0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1:57.71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2060 1172 7651,'-25'-21'4,"-2"1"0,-3-2 1,-4-1-1,-1-2 184,0 0 0,-1 2-318,-1 2 0,0-2 81,0 2 0,-5 0 218,-4 0 0,-3-1-51,-5 6 1,-7 1-16,-9 6 1,3 4-10,1 5 1,-1 7 10,1 5 0,-11 11-350,-1 10 0,-5 4 454,-4 4 0,2 5-182,3 7 0,40-25 0,0 0 50,-36 34 0,4 4-132,4-1 0,5 1 42,-5-4 1,12-2-9,5-2 0,14 2 40,15-2 1,6 10 74,10 10 1,2-1-47,6 9 0,6-2 29,2 2 1,4-3 25,5-1 0,-2-10-29,5 2 1,2-13-135,7-4 0,4-9 86,8-2 0,3-14-83,5-3 1,5-4 44,-1-9 0,6-1 19,-1-6 1,-2 0 15,1-5 1,6-1 19,7-7 1,15-8-296,10-9 0,-3-4 267,2-3 0,-46 12 0,-1-1 55,0-3 0,0-1 0,5-1 0,2 0-48,4-2 1,-1-2-1,-4 0 1,0-2 32,0-1 0,0 0 0,-2-3 0,-2 0-34,-3-1 0,-1 0 0,3-3 1,1-1-2,1 1 1,-1-2 0,-5-1 0,0-1-93,0-2 1,-2-3-1,-5-2 1,-3-3 16,-2-1 1,-2-1-1,-3-2 1,-2-3-85,-2-2 0,-1-1 1,-2 3-1,-1 0 58,0-2 0,-1-1 0,-2-1 1,-2 0-60,-3 2 1,-2-1-1,0-2 1,-1 0 27,-3 4 0,-2 1 0,-2 3 1,-3 0-157,-11-45 0,-11 8 114,-13 8 1,-3 8 12,-9 5 0,2 12-46,-7 5 1,-2 4-248,-1 8 0,-16 2-376,-9 10 810,-9 1 0,-6 11 0,46 7 0,-1 1 0,-3 0 0,-2 2 0,-3-2 0,1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10.85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1315 953 8458,'-39'-34'0,"0"-1"0,-36-28 0,6 9 79,8 11 1,17 13-1,4 5 555,6 1 0,1 3-243,8 0 0,-1 6-140,10-1 0,-5 2-73,5 2 1,-5 5-270,5 3 0,-5 3 40,5 1 1,-6 5-90,1 3 0,-2 9 97,-2 3 1,1 5-183,-1 4 0,-4 5 161,0 11 1,-1 6 33,1 11 1,3 1 220,-2 2 1,-3 7-359,3 10 0,11-34 0,-1 3 430,2 5 0,0 3 1,-5 6-1,0 3-455,-1 3 0,-1 2 0,0 7 0,0 3 391,-1 4 1,2 2 0,1 3 0,3-1-150,2-2 0,3-1 0,3-5 0,3-2-89,5-8 1,4-2 0,5-4 0,3 0-297,3 2 0,3-2 0,2-10 0,3-2 259,1-1 1,2-1 0,1-3 0,2-1-35,-1 0 0,1 1 1,0-4-1,1 1-154,-1-1 1,-1-2 0,28 33 105,8-7 1,-1-11 103,13-6 1,-3-2 51,8-2 0,-10-16 259,-3-8 0,-1-14 50,0-7 1,11-20-103,10-13 0,-40 7 0,-1-4-80,2-5 1,0-4 0,2-4-1,-2-3 132,-1-6 0,-1-3 0,6-4 0,0-3-108,3-7 1,-1-2-1,4-4 1,0-2-236,-17 20 0,0-2 0,-1-1 1,-1-2-1,-1 0 0,-1-2 164,-1-2 1,-1-1 0,0-1 0,2-2 0,-1-1 0,1-1-4,1-5 0,0-2 0,0 1 0,-2 1 1,0 1-1,-1-1-22,1-2 1,0-1 0,-2 1 0,-4 0 0,-1 1-1,-3-1 12,-1 2 0,-3 1 1,0-1-1,-2 4 1,0 1-1,-2 0-80,-2 0 1,-1 0-1,-2 2 1,2-21-1,-3 3-44,-5 5 1,-4 2 0,-7 7 0,-5 3 63,-2 8 1,-5 3 0,-5 2 0,-4 3-171,-4 4 1,-6 4 0,-6 6 0,-5 4-16,-8 1 1,-5 6 0,-8 9 0,-4 6 35,-8 3 0,-4 7 0,-10 10 0,-3 7-132,28-1 1,-2 2 0,2 5 0,-2 3 0,0 4 0,0 3-87,-6 6 0,0 3 0,1 3 1,0 3-1,1 3 0,0 3 116,-3 3 0,1 3 1,1 2-1,19-13 1,0 2-1,1 0 1,0 3-323,0 2 0,1 3 1,1 0-1,1 1 568,-9 15 0,2 0 0,0 3 0,13-16 0,0 1 0,1 1 0,1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18.26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13 198 8121,'-4'-41'74,"0"1"1,1 3 0,2 6-336,1 5 0,1 9-52,3 13-186,3 3 1,5 1 498,1 0 0,4 5 0,3 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37.12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123 13 8251,'-24'-1'0,"2"-2"-462,2-1 0,9 0 52,-2 4 53,4 5 357,-3 2 0,5 1-49,3 0 1,4-5 0,2 3 0,4-2-102,1 0 90,1 0 0,4-4-6,1 0 1,-1 4 65,0 0 0,1 0 0,-1-4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37.813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87 106 8205,'-12'-28'-67,"0"2"1,-1 4-1,1 4-795,0 7 1,5 10 861,3 9 0,2 5 0,2 3 0,0-2 0,-5 9 0,-2-4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38.18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110 75 7958,'-16'-14'-99,"-1"-1"0,2-1 1,1 2-1,2 4-1089,0 6 1019,5 3 1,0 2 62,3 3 1,3 3 105,-4 6 0,8-5 0,1 0 0,6 0 0,-3 5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38.813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111 62 7928,'-16'-7'0,"0"-4"0,0-3 50,3 3 1,5 0 415,-1 7-27,1 0-206,1 4 0,0 2-813,3 2 1,3-2-357,-3 7 361,2-1 0,4 4 575,2 0 0,-3-5 0,5-1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39.022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111 36 7919,'-13'-9'-86,"-2"-2"1,-2 1 85,2 5 0,-10 14 0,-1 5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13.90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50 99 8441,'-5'-12'0,"-2"0"-408,0-1 492,-4 1 1,8 4 181,-5 0-94,5-1 255,-2 3-398,5 0 118,0 6 0,1 0-194,3 0 0,3 0 51,5 0 0,5 0-101,-1 0 1,8 0 132,0 0 0,2 0-119,7 0 0,1 0 47,8 0 1,7 0 56,8 0 0,5 0-86,4 0 1,-3 0 67,3 0 1,-1 0-9,-3 0 1,-3 0 61,-10 0 1,5-4 105,-1 0 0,9 0-51,-4 4 0,3 0 20,-7 0 1,3 0-49,-3 0 0,3 0-4,-3 0 0,-1 1-101,-3 3 0,0 2 110,4 2 1,6 2-193,6-6 1,0 4 43,-5-4 0,0 4-66,-4-4 1,6 5-10,-5-5 1,6 0 113,-2-4 0,1 4-12,7 0 0,-6 1 0,2 0 1,-14-3 27,-7 7 1,-1-5-29,-3 4 1,2-5 77,-2 1 0,-1 1-39,5-1 0,0 5 8,4-5 0,-1 1-7,-2-1 0,0-2 3,-5 2 1,-4-3-7,-4-1 0,-5 0-5,0 0 1,-2 0 1,-1 0 0,1 0-2,3 0 1,-3 0 12,3 0 1,-3 0 35,-2 0 1,1-4 6,0 0 1,-2-2-37,-2 2 0,-4 3 2,-4-3 1,-5 1-291,0-1 293,-5 3-196,2-5 1,-6 2 152,-3 0 1,3-2-35,-4 2 11,-1 3 28,-1-10 0,-1 8 284,-1-5-311,7 5 225,-4-2-143,6-1-35,0 5 1,1-5 17,4 6 1,1 0-39,7 0 0,0 0 20,4 0 1,2 0-6,6 0 1,1 0-5,3 0 0,-3 0 0,2 0 1,4 0-8,1 0 0,2 0 12,2 0 1,2 0-9,2 0 1,1 0 7,4 0 0,-4-1-8,-5-3 0,0 3 37,0-4 1,-3 4 1,-5 1 1,0-1-9,-8-3 0,-4 2 47,0-2-91,-3 3 35,-2 1 1,-4 0-167,0 0 0,-5 1 44,1 3-529,-2-2 235,-2 9 1,-6-5-81,-2 7 0,-10-1 65,-7 0 414,-5 6 0,-18 1 0,-2 6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40.699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73 99 8233,'-6'-16'0,"-2"-2"257,-3-1 0,-1 4 411,-1-2 1,5 9 83,0 4-494,5 3 0,-1 2-35,8 3 1,4 3-16,9 5 0,9-1-227,11-2 0,12 1 114,13-1 0,6 2-82,11 1 0,8-4-225,12 0 0,-41-4 1,2-1-90,7 1 0,1 1 0,4 0 0,2-1-303,3-2 0,2 0 0,2 1 0,0 0 278,1-1 0,0 0 0,2-1 0,1-1-67,5 2 0,1 0 1,-3-1-1,0 0 19,3-1 0,-1 0 374,-2 0 0,0 0 0,3 0 0,0 0 0,-2 0 0,-1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41.55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0 1060 8495,'25'-24'0,"-1"0"-56,1 4 0,-2 3-8,-2 9 0,-3 4-295,-6 8 0,-1 3 169,-3 5 0,3 2-21,-3 2 0,3-3 122,2-1 0,-1 0-47,0-3 0,9 0 41,0-1 1,9-2-13,-6-6 0,8 0 101,-3 0 0,5 0-25,-1 0 1,1-2 116,-1-2 1,1 2-85,-5-7 1,5 3-25,-1-3 0,-1 2 109,1 3 1,-5 3-37,5-3 0,0 3-51,4 1 0,0-6 0,0-1 0</inkml:trace>
  <inkml:trace contextRef="#ctx0" brushRef="#br0" timeOffset="1276">1924 1060 8260,'25'-5'18,"0"-4"1,-1-3 134,1-4 0,0 3-181,-1 1 0,11 0 118,2 3 1,8 4-165,0 1 1,4-3-148,5-1 1,-3 1 142,2-1 1,-1 0-32,1-5 1,0 2 108,4 3 0,6-2 57,7 6 0,-3-4-180,-1 4 0,-3-4 100,-1 4 1,-3-5 128,2 5 0,-2-4 163,7 4 0,1 0-167,-1 4 1,5-4-42,-1 0 0,-7-1-84,-1 5 1,-3 0 88,3 0 0,5-1-94,3-3 1,6 3-47,2-3 1,-1 2 157,-7 2 1,3 0 27,-3 0 0,2 0 9,2 0 0,0 0-40,0 0 0,2 0-5,-6 0 1,-2 4-146,-14 0 0,4 5 119,0-5 1,12 4-215,4-4 1,3 4 131,-3-4 1,-6 2 55,-2-2 0,0-3 35,-5 3 1,9-2-3,-4-2 1,5 0 20,3 0 0,-1 4-53,-3 0 1,-8 2-16,-9-2 1,-1-2 46,2 7 1,6-5-107,6 4 1,0-4 39,-5 4 1,-1-4-16,-2 5 1,1-5-16,-6 4 1,2-4-13,-1 4 0,3-4-13,9 5 0,7-5 50,5 4 0,-4-5-89,-4 1 1,-6-3 70,2-1 1,2 0 28,2 0 1,4 0-43,4 0 0,-1-1 45,5-3 0,-6-2 38,-2-2 1,-4-3 11,-4 3 0,8-3 6,8-1 0,1 3 16,0 1 0,-9 1-57,-9-1 1,4-2 10,1 6 0,11-4-27,1 4 0,4 0-39,-8 4 1,-1 0-138,-7 0 0,7-4 143,-3 0 0,8 0-18,0 4 40,3 0 0,0 0 0,-4 0-20,-7 0 1,4 0 73,-4 0 1,10 0-66,2 0 0,-5 0 38,1 0 0,-10 0 4,-7 0 0,5 0-6,4 0 0,0 4 14,4 0 0,2 0 0,-2-4 0,-4 0 6,-4 0 1,-4 1-26,4 3 1,-1-1-41,5 5 0,2-5 42,2 1 1,-12 2-123,0-2 0,-12 4 71,0-4 1,2 0-7,2-4 1,0 4-1,0 0 0,1 1 5,-6-5 1,1 0 116,-5 0 0,-6 0-109,-6 0 1,-4 0 132,-5 0 0,-2 0-104,3 0 0,1 0 289,-1 0 0,0 0-258,-4 0 0,-1 0 5,1 0 0,-2-2 9,-2-2 1,2 3-7,-2-3 1,-2-2-11,1 2 0,0-2-3,0 2 0,2 3-11,-5-3 1,4-2 14,0 2 0,1-4-58,-2 4 1,2-2 28,-5 2 1,5 3-5,-2-3 0,0-2 8,0 2 1,-3-1-5,3 1 0,1 1-6,3-5 0,5 5 9,0-1 1,4 1 13,-4-1 1,5 1-12,-1-5 0,2 5-4,2-1 0,0 3 7,0 1 1,-1-2-2,-3-2 1,1 3-6,-5-3 1,1 2-1,-1 2 1,-2 0-2,6 0 1,-4 2 2,4 2 0,-2-3-4,2 3 0,7 2 4,-3-2 0,-1 2-9,-3-2 0,-2-3 5,2 3 0,1-3-2,-5-1 0,0 0 4,-5 0 0,1 0 0,0 0 0,-1 0 1,1 0 0,-2 0-2,-2 0 1,2-4 77,-2 0 1,2-4-71,2 4 1,-2-4 28,-2 4 1,1-6-30,-6 2 0,5-3-1,-5-2 1,-1 1-7,-7 0 1,2-5-2,-6 1 1,4-6 0,-4 1 0,1 2 6,-5-1 0,0-1 26,0-4 0,-6-2-28,-2 2 0,-5-2 50,-3 6 1,-3-6-51,-6-2 1,-5 0 0,-3 5 0,-4-2-55,-4-3 0,-4 2-140,-9-6 0,-5 1-179,-11-1 0,-13-1 13,33 19 0,-3 1 0,-3-2 1,-3-1 230,-8 2 0,-2 2 0,-2 0 0,-3 4-324,-7 1 1,-2 3 0,0 1 0,0 3 277,-1 2 0,-1 2 1,-1 2-1,-1 4-82,0 2 1,2 2 253,6 2 0,2 0 0,-7 4 0,0 1 0,10 0 0,0 1 0,-1 1 0</inkml:trace>
  <inkml:trace contextRef="#ctx0" brushRef="#br0" timeOffset="2334">16418 1258 8013,'-13'-18'0,"1"-3"-38,0-2 0,1 4 219,3 2-105,-3 4-286,9 0 145,-3 6 54,5 2 81,0 5 1,0 1-307,0 3 244,0-2 1,1 7 36,3-5-213,3 6 1,5-7 106,1 5 0,-4-5 82,4 1 1,-6 1-1,9-1 1,-5 1 59,5-5 0,-2 1-68,-2 3 0,1-3 67,-1 4 0,5-4-52,-1-1 1,6 0 130,-2 0 1,4 0-61,0 0 0,2-1-25,3-4 0,8 3-40,9-7 0,6 3-6,1-3 0,7 0-34,2 5 0,2-5 53,2 5 1,1-1-56,-5 1 1,2 2-70,10-2 1,3 3 59,10 1 0,-7 0-24,-1 0 1,-3 0-7,2 0 0,9 4-8,7 0 0,4 4-339,0-4 0,-4 6 315,-4-2 0,7-1 63,2 1 1,-48-4 0,-1-1 2,49 5 0,-2 2-14,-2-6 0,-45 1 0,0 0 30,45 3 1,-43-5 0,1 1 6,-1 0 1,-1 0-1,0-2 1,-1 0 73,49 6 1,-48-4-1,1 1-68,46 7 1,-45-6-1,0 0-2,-2 0 1,1 1-1,1-1 1,-1 0-22,47 6 1,-49-6-1,0-1 25,40 3 1,8 3-48,0-2 0,-4 0 40,0-1 0,-2 3-39,-6-2 0,9 0 14,-5-1 1,-40-2 0,0-1 0,2 0 1,-1-1-1,0 1 1,0 1-40,43 6 0,-43-6 1,1 0 8,-1 0 0,1 1 0,1-1 0,1 0-6,-1 0 1,1 0-1,-3-1 1,-1-2 12,41 6 1,-1-1-295,-8 4 0,-2-4 272,-2 1 0,-6-1-146,-6 4 1,-15 1 33,-14-1 0,-12 0 170,-1 1 0,-9-2 0,-2-3 0,-6-3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46.36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111 408 8454,'-19'-4'-310,"2"-2"1,4 1-309,0-1 0,5-2 494,0 4 118,5 0 0,-4 5-9,3 3 9,3 3 0,-5 5-2,6 1 0,-4-1 16,0 0-11,0 1 0,4-1 7,0 0 0,0-3-7,0-1 0,4-4 97,0 4 1,6-4-54,-2 4 0,-1-5 10,1 1 1,2-1-5,6 1 1,-2-2 7,2 2 0,-1-3-9,2-1 0,-2 0-11,6 0 0,-6 0 17,1 0 1,2 0-12,-2 0 0,6-4-7,-1 0 1,-3 0-24,-2 4 0,2-2-3,-2-2 0,5 3-8,-5-3 0,1 2-5,-5 2 1,2 0 21,2 0 1,-2 0-7,2 0 0,-2 0 96,-2 0 1,1 0-87,-1 0 1,2 0 54,2 0 1,-2 0-40,2 0 0,0 0 14,0 0 0,-2 0-54,2 0 0,3 0 3,2 0 0,-1 0 8,5 0 1,-2-4-16,10 0 0,-4-4 119,4 4 0,5-6-93,8 2 0,-3 1 68,3-1 0,-5 0-39,4-5 0,-3 1 10,8 0 0,-8-1-21,8 1 0,-8 0-3,3-1 0,6 5-89,7 0 0,-2 0 90,1-5 1,-5 1 7,2 0 1,2-1-20,2 1 0,-4 0-41,0-1 0,4 1 25,3 0 0,8 1-2,9 2 1,-7 0-11,3 5 0,-9 0-5,-4 4 0,4 0-13,0 0 1,0 0-109,9 0 0,-3 0 112,3 0 0,-1 5 14,-3 3 1,-2-1-9,-2 1 1,4 1-52,8 3 1,7-4-9,5 0 1,1-5-237,-5 1 0,1-2 256,-1-2 0,13 4-28,-1 0 1,1 0 38,-13-4 1,-3 0 27,-1 0 1,0 0-33,4 0 0,-1 0 158,-2 0 1,-5 0-65,-8 0 0,-1 0 122,-7 0 1,3 0-121,-8 0 1,9 1 23,4 3 0,1-2-43,-1 2 1,-4 1 27,-9 0 1,5 0-108,0-1 0,5-2 96,7 2 0,0-3-116,0-1 0,-6 0 43,-2 0 1,-4 0-10,-5 0 0,0 0 9,-4 0 1,3-1-4,6-3 0,8 1 16,0-5 0,-5 1 6,-7-2 1,-10-1 26,1 1 0,1-2-28,-1-1 1,7-4 257,-6-1 0,3 1-219,0 3 1,2 1 280,3 0 0,-7 3-290,-6 1 0,-4 0 66,4-4 1,0 3-93,5 1 1,3 1 35,1-1 1,10-1-106,2 4 1,-2-4 79,-2 1 0,-2 1-71,-6-1 0,0 5 44,0-1 0,-2 1-4,6-1 0,5 2 31,6-2 1,0-1 0,1 1 1,-6 0 1,2 4 0,-7 0-14,-1 0 1,6 0-15,10 0 1,4 0-171,4 0 1,-2 0 39,-6 0 0,0 4 100,0 0 0,1 0-12,3-4 1,3 0 49,6 0 0,-5 0-3,0 0 0,-9 1 85,1 3 1,-3-2-101,3 2 0,7 1 49,5 0 1,-10 3-14,-2-4 1,-9 5 10,-3 0 1,1 2-21,3 1 0,-2 0-4,6 1 1,-5-1-30,0 0 1,-2 1-23,-1-1 1,-6 0-24,-2 1 1,6-5 57,2 0 0,8 0-29,0 5 0,1-5 21,-1 0 0,-9-4-13,-7 4 1,2-5 28,2 1 0,2 2 9,2-2 1,-1 0 23,1-4 0,2 0-38,-2 0 0,-7 4-46,-10 0 1,-5 0 45,1-4 1,1 0 6,0 0 0,3 0 181,-4 0 0,5 0-163,0 0 0,0-1 28,0-3 0,0 1-13,-5-5 1,-1 5 16,-7-1 0,3-1 16,-4 0 0,0-3-45,1 4 0,0-1 0,4 0 0,8 3-34,0-6 0,6 3 38,-6-3 0,7 4 4,2-4 0,-2 4-2,-7-4 0,2 5-5,-6-1 1,1 1-11,-1-1 1,3 2 6,5-2 1,6 3-24,3 1 1,2 0 26,2 0 0,2 1-71,-2 3 0,-2-2 61,-6 2 0,2 1-37,6 0 1,5 3 24,3-4 1,1 1 0,-1-1 1,-3-1-2,-5 5 1,-1-3 1,1 3 1,-3-1-43,3 1 1,-2 1 36,10-4 1,2 3-49,2-4 1,-2 1 43,-11-1 0,1-2 20,0 2 0,9-3-7,3-1 0,4 0-108,0 0 1,-2 0 116,2 0 0,-8 0 6,-5 0 0,0 2 58,1 2 1,8-3-61,8 3 0,-7 2-34,-1-2 1,-12 1 33,0-1 0,2-2-133,6 2 0,3 1 96,1 0 1,0-1-11,0-4 0,-6 0 24,-2 0 1,-4 0-4,-5 0 0,5 0-9,-1 0 0,4-4-1,9-1 1,-8-3 12,4 4 1,-7-4-2,-6 4 1,5-4-191,0 3 1,1 1-6,6 4 0,1-4-146,4 0 1,0 0 160,0 4 0,-5-1 192,-3-3 0,-2-1 0,-1-4 0,-1-1 0,-3 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2:51.905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376 186 7697,'-12'-6'0,"-2"-2"-300,-3-3 332,4-1 0,-4 3 0,8 1 217,0-1 0,5 2-290,-4-1 1,5 3-76,-1-3 42,8 5 1,7-2 118,6 5 0,5 1-159,-2 3 1,5-1 12,4 5 1,-2-3 80,6 3 0,0-1-100,4 1 1,0-1 116,0-3 1,1-1-23,3 5 0,3-5 12,6 1 0,-2-3 4,-3-1 0,1 0 10,-5 0 0,-1 0 5,-7 0 0,-8 0 232,-9 0-227,-2 0 130,-7 0 0,-9 0-115,-10 0 1,-6 0 58,-6 0 0,-2 0-41,-3 0 1,-4 0 10,-8 0 0,1 0 27,-5 0 0,-2 0 0,-6 0 1,2 0 36,-2 0 0,2 0-61,2 0 0,1 1 23,2 3 0,0-2-9,5 2 1,-3-3-51,7-1 1,4 0 20,12 0 0,3 0 7,6 0 1,5-1-47,3-3 1,4 2-127,4-2 1,9 3-27,7 1 1,9-1 95,4-3 1,2 1-3,3-5 1,-1 3 17,0-3 0,4 0 49,0-4 1,5 3-5,0 1 0,2 0 5,1-4 1,4-1 20,1 1 1,-6 1 109,-7 3 0,-4-3 9,-4 3 1,-3 2-2,-11 1 1,-12 5-55,-11 0 0,-7 0 85,-6 0 0,-2 0-63,-5 0 1,-1 0 29,0 0 0,-4 0-104,1 0 0,-2 1 1,1 3 1,1 3-126,-5 5 1,6 5-302,-2-1 1,3 6-424,2-1 0,8 2 37,4 2 764,8 5 0,9-4 0,9 4 0</inkml:trace>
  <inkml:trace contextRef="#ctx0" brushRef="#br0" timeOffset="308">413 383 7995,'-54'-41'0,"1"1"689,1 5 1,1 10-505,2 13 0,5 5-968,3 7 506,8 0 249,8 0 0,14 0 44,11 0 1,11 0-53,10 0 1,9 0 0,7 0 1,5 0-2,8 0 1,5 0-38,2 0 0,4 0 60,0 0 0,4-2 15,4-2 1,7 1-389,10-5 0,6 0 278,3-4 1,3-2 41,-46 6 0,-1 0 0,-1 1 1,0 0-122,2-2 1,-1 1 0,46-4-78,-6 4 0,-8-2 103,-13 6 0,-19 0 161,-14 4 0,-19 0 0,-3 4 0,-11 0 0,0 0 0</inkml:trace>
  <inkml:trace contextRef="#ctx0" brushRef="#br0" timeOffset="792">2312 383 7965,'-16'-15'0,"1"-6"-106,4-3 1,4-1-132,7 4 0,1 0 250,4 4 0,8 1-76,12 3 1,12 5 72,12 0 0,13 4-146,12-4 1,7 3-52,9-3 0,8 5-102,-48 2 1,2-2 0,5 1 0,2-1 127,0 1 1,1 0-77,-2-3 1,0 0-1,3 2 1,0-1 0,-5-2-1,-1 0 1</inkml:trace>
  <inkml:trace contextRef="#ctx0" brushRef="#br0" timeOffset="992">3941 260 7920,'5'-24'49,"-2"0"-70,5-9 1,-4 7 5,4 5 0,1 7 164,3 2 0,6 1-41,2 7 0,6 0-101,7 4 1,10 4-443,18 0 1,22 6 158,-31-6 0,3 0-38,6-1 1,4-1 0,5 4 0,2-1 0,6-1-1,-1-1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07.97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74 132 7861,'-12'-17'-289,"-1"-1"0,2-1 0,2-1 0,2 0-64,1 4 0,1 8 610,1 4-208,3-3 20,-5 5 1,7 1-119,4 5 1,-3 6-147,6-2 0,-3 3 195,3 1 0,0 6 0,4 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09.863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482 1579 8233,'-23'-24'3,"2"0"0,5 5-463,2 7-137,7 5 0,7 7 597,8 0 0,9 0 0,2 0 0</inkml:trace>
  <inkml:trace contextRef="#ctx0" brushRef="#br0" timeOffset="1394">383 1345 8135,'-8'-23'184,"1"2"1,2 5 764,2 2-551,2 7-282,1 2 303,0 5-387,0 0 141,5 0-98,2 5 1,5-3 2,1 2 0,-1 1-137,0-1 0,1 0 145,-1-4 0,4 0-103,1 0 1,5 0 23,-2 0 0,8 0 86,1 0 0,9 0-129,-1 0 1,4 4 92,0 1 0,3-1-57,5-4 0,5 1 11,-1 3 0,-5-2 5,-7 2 1,-2 1 64,-2-1 0,0 4-2,0-3 0,-4 3-32,0-4 1,-1 1 1,5-1 0,0-1 47,0 5 1,0-3-38,0 3 0,-2-4-55,2 4 1,-4-4-7,4 4 0,-2-3-4,-6 3 1,5-5-10,-1 1 1,-1 1-146,1-1 0,-1 0 70,5-4 0,0 4 76,0 1 1,5-1-7,-1-4 0,0 0-19,-4 0 1,4 0 62,0 0 1,0 0 12,-4 0 1,0-6 12,0-2 0,2 1-41,2-1 1,3 0 11,5-5 0,4 1 28,1 0 0,5-2-35,-2-2 1,2 2-13,-1-3 0,-5 4 12,-8 0 1,5 1-11,-1 0 0,2-1-15,6 1 0,-3 1-2,3 3 1,1-3-22,4 3 0,-12-2-8,-4 2 0,-4-2 36,-5 6 1,4-5-7,-4 0 0,0 2 17,4-1 1,3 4-18,1-4 1,3 4 11,2-4 1,-2 3-4,-3-3 0,2 1 4,-6-1 0,0-3-8,-4 3 0,0 1 0,0-1 0,-3 0 6,3-5 0,-1 1 0,9 0 0,-5-1 37,1 1 0,-3 0-38,-1-1 1,-1-3 4,-3-1 0,-3 1-1,-5 4 0,-5-1 3,1 1 0,-6-5-3,1 1 1,-2-2-4,-2 2 1,-4 1-5,1-6 1,-5 5 4,4-5 1,-5 5 151,1-5 0,-3 2-137,-1-2 0,-4-2 104,0 3 0,-6 0-86,2 0 1,-3 3 8,-1-3 0,0 1-34,-1-2 0,-3 3-10,-1 6 1,-3-5 6,3 1 0,-9-5-22,2 5 1,-4 0 3,3 3 0,-5-3 23,-3-1 0,-2 1 13,-2 4 0,-4-5-16,0 1 0,-6-1 10,2 5 1,-2 0-10,2-1 0,-4 1 0,-1 0 1,-5 3-31,-6 1 1,-11 5-11,-2-1 1,-2-1-222,2 1 0,1-2 241,3 2 0,-7 3-5,3-3 0,-4-2-7,0 2 0,-3-6 40,-5 2 1,9 1-24,3-1 1,3 4 2,-3-4 0,-7 4 161,-5-5 0,1 5-86,-2-4 0,11 4-1,6-4 0,-2 4-33,-6-5 1,2 5-65,-7-4 1,7 5 26,-2-1 0,8 3-9,4 1 0,7-4 38,1 0 1,-1 0-21,-6 4 1,-4 1 71,-5 3 1,6 0-73,2 8 1,8-2 167,5 6 1,-1-2-143,-3-1 0,3 0 39,-7 4 1,2-2-78,-3 5 0,6-3-12,2 3 1,9 1 4,4 4 1,7-1-124,1 1 0,4 4 104,-4-1 0,0 3 157,-4-3 1,4 0-156,1 5 1,-1-3-5,-4 7 0,6-6 52,7 10 0,0-5-10,8 5 0,1-1 9,7 1 1,-2-3 3,6 4 1,0-4 5,4-1 0,1 0-19,3 0 0,3-1 0,6-4 1,-1 4-11,0-3 1,6 4 8,3 4 1,2-2-122,2 2 0,1-8 93,2-5 0,4 2-8,5-1 1,4-4 10,0-5 0,6-6-5,-2-1 0,13-1-130,3-4 0,16-2 79,5-2 0,9-3-297,7-1 0,-44 0 0,-1-1 306,0-1 1,1 0-1,5 0 1,1 1-592,0-3 1,0 0 0,3 1-1,1 1 231,3-1 0,2-2 422,6 1 0,2 0 0,-3-1 0,1-1 0,6 1 0,1 2 0,-1 0 0,0 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16.251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1444 873 8202,'-44'-28'0,"0"-1"0,-40-21 887,8 13-606,14 14 1,7 5 0,13 7-166,-1 3 1,10-3-78,0 3 1,1-2-254,-1 2 0,-3-3-138,-1 3 1,4-2 230,0 2 1,2-3 66,-2 3 0,-3 1 120,3-1 1,2 4 282,-2-5 1,5 7-51,0-2 1,-4 9 310,-1 7 0,2 2-132,-2 7 0,0 1 195,-4 6 1,-4 3-399,0 1 1,4 4-29,4-3 0,5 3-239,0 1 0,3 0 77,4 0 1,9 0-66,8 0 1,3 0 67,1 0 1,11 5-49,5 3 1,11-1-130,6 1 0,4-3 29,4 3 0,3-1 121,6 1 1,-1-3 15,0-5 1,5-1-114,-1-3 1,12 1 118,0-5 1,9-6-247,9-6 1,3-4 190,9 0 0,-44-9 0,0-1-18,1-1 0,-1 0 1,4-1-1,0-1-181,2 0 0,1 0 0,-2 0 0,0 0 198,2 0 0,-1 0 0,2-2 0,0 0-30,1 0 0,0 0 0,-2-2 0,1 0 3,1 2 1,0 0 0,-1-3 0,0 0-37,0 1 0,1 0 0,3-2 1,0 1 47,-1-1 1,-1-1 0,2 1 0,-1 0-127,-2 0 1,-1 0 0,1-1 0,-1 0-5,1-1 1,0 0 0,2 0 0,2 1 62,2-3 1,-1-1 0,-1 1 0,-3-1 20,-7-1 1,-1 0 0,3-1 0,0 1-15,2 0 0,-1-1 0,-4-1 0,0 0 83,1-1 1,-1 1 0,40-16-236,-15 1 1,-1 3 351,-11-3 0,-2-1-114,-6 1 1,-8-1 162,-4 1 1,-11-2-35,2-6 1,-13 0 289,-4 0 1,-6-6-386,-6-2 1,-2-4 390,-6-5 0,-7 2-517,-6-5 1,-6-1 131,-10-4 1,-8-1-176,-8-3 0,-10 9 13,-6-1 1,-7 6-23,-6 3 1,-2 4 54,-6-1 1,35 26-1,-1 1-63,-6-3 0,-3 3 0,-4 1 0,-1 3-330,-5-1 0,-2 3 1,-8 2-1,-4 3 182,-8 1 0,-3 1 0,-4 3 0,-2 2-296,25 2 1,-1 2-1,-1 1 1,-4 3-1,0 2 1,0 2 421,-5 2 1,-1 2 0,-1 2 0,-6 1 0,-1 3 0,-1 0-210,22-4 1,-1 2-1,-1-1 1,2 2-1,-24 7 1,2 1-1,0 2 345,3 0 0,1 2 0,-1 1 0,1 0 0,-1 2 0,1-1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17.17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1214 1333 8201,'-16'-14'0,"-1"-1"24,2-1 1,6 1 426,1 6-406,5-1 0,-1 8-352,8-2 0,7 3 117,5 1 1,8 5 114,0 3 0,5 3 36,4 2 1,3-1 70,-4 0 1,8 5 105,1-1 0,2 6-89,-2-1 1,-1-2-27,5 1 1,7 0 41,10 0 1,2 2-14,10-5 1,3-1-41,9-4 1,2-1 116,2-2 0,5-4-244,-44-5 0,1 0 1,-2 0-1,1 0 180,2 0 1,1 0 0,-3 0 0,1 0 2,1 0 0,1 0 1,-3 0-1,0 0-37,3 0 0,-1 0 1,1-2-1,1-1 6,2-1 0,1-1 0,-1 0 0,0-2-58,2-1 0,1 0 0,-3 0 1,1 0 40,1-1 1,1-2 0,-1 1-1,0-1-67,1-1 1,-1 0-1,-2-1 1,0 0 42,-1-2 0,-1 1 0,-3 0 0,0 0-46,4-2 1,-1 0 0,-4 1-1,0 1 37,-2-2 0,0-1 0,39-15-151,-10-1 1,-7 3 203,-1 6 1,-11-1 20,-1 0 0,-16 1 3,-5-1 1,-13 0 137,-4 1 1,-10-2-5,-6-3 1,-3-3 301,-1-5 0,-1-4-232,-3 0 0,-5-6 162,-7 2 1,-3-3-164,-6-1 1,-1 5-169,-3 3 1,-8 1 31,-8-1 0,-7 3-59,-1-3 0,-8 2-159,0 2 0,-4 0-142,-9 0 0,-9 2 267,34 18 0,-1 1 1,-2-2-1,-2 1-343,-2 2 1,-3 2-1,-3 0 1,-2 2 293,-5 2 0,-2 2 1,-6 0-1,-2 2-57,-5 0 1,0 1 0,-3 1-1,1 1-355,0 1 0,-1 2 0,0 2 0,-1 1 296,-6 1 0,-1 2 0,-3 1 1,1 0 97,0 2 0,1 1 0,1 1 0,2-1 6,4 0 0,1-1 0,-1 1 0,0 1 18,0 0 0,1 1 1,3 1-1,0 2-301,5 0 1,0 1-1,-2 2 1,1 2 388,2-2 0,2 3 1,1 2-1,1 2-31,5-1 0,0 0 0,-2 4 1,0 2-118,1-3 1,2 2 0,6 2-1,3 3 21,9-5 1,3 2 0,4 1 0,2 2 66,-28 31 1,7-2-445,14-6 1,14-9 137,23-8 1,19-2 619,18-2 0,16 0-563,16 0 0,15 0 97,6 0 0,-31-20 0,3-1 137,4 0 0,3 0 0,9 1 0,4-2-181,5 2 0,2-1 0,4-1 0,2-1-152,1-3 0,1-2 0,7 1 0,2-1 83,-25-3 1,1 0 0,1-1 241,7-2 0,1-1 0,1 1 0,0 3 0,0 1 0,1-1 0,6-2 0</inkml:trace>
  <inkml:trace contextRef="#ctx0" brushRef="#br0" timeOffset="907">4668 1247 8323,'-19'-11'140,"2"-6"0,4-3 551,0-1 1,8 9-786,5 8 0,11 2-21,9 2 0,7 6-11,5 2 0,8 3-76,14 1 0,3-3-404,9-1 1,4-6 410,8 3 0,3-4 0,5-1 0</inkml:trace>
  <inkml:trace contextRef="#ctx0" brushRef="#br0" timeOffset="1326">5371 1037 8272,'0'-29'0,"2"0"462,2 2 1,8 2-66,9 5 1,13 3-574,7 9 0,14 1 126,11 3 0,6 3-172,10-3 0,9-2-260,-1 2 1,-36-1 0,2 0 344,5 1 0,1 0 1,0-1-1,0-1-169,3 0 1,1 0-1,1-2 1,-1-1 269,2 2 1,0-2 0,2-2 0,1 0-13,3 1 1,0 0-1,-6-2 1,-2 0-5,0 0 0,0 0 0,-4 0 0,1 0 73,3 2 0,-1 0 0,-5-2 1,-1 0-202,0 2 1,-2 0 0,-5 1 0,-2 0 213,45-7 0,-9 3-167,-3 5 0,-11-3 56,-14 3 1,-20 2 505,-13 2-623,-14 3 1,-11-3 577,-8 0 0,-10 0-441,-7 4 0,-6 0 389,-11 0 1,-7 5-333,-8 3 0,-9-1 0,-4 1 0,-3 1-875,-1 3 875,6 0 0,-5 3 0,6 0 0,2 0 0,5 2 0</inkml:trace>
  <inkml:trace contextRef="#ctx0" brushRef="#br0" timeOffset="1384">7160 692 8195,'-56'11'-514,"1"-2"0,0-2 0,-3 0 1,-5-2 513,-7 1 0,1-2 0,-11-4 0</inkml:trace>
  <inkml:trace contextRef="#ctx0" brushRef="#br0" timeOffset="1641">5951 778 8195,'-12'-6'-12,"-1"-2"1,1-7 38,0-1 0,1-5 229,2 5 0,0-2 21,5 1 0,-6 4-164,2-4 1,1 8 88,-1 0 0,0 5-209,-5-4 1,-3 5 9,-1-1 0,-5 4 34,2 4 1,-8 3 93,0 6 0,-11 4-121,2 4 1,-1 6 225,5 2 1,-1 4-120,5-4 0,-3 5-104,8-1 1,7-3 17,13-1 1,4 1 0,7-1-1,11-2-123,13-1 0,17-2-59,14-4 0,5-1-219,7-2 0,10-4-305,2 4 0,-35-10 0,1-2 675,3 0 0,1-2 0,2 2 0,0-1 0,7-2 0,1 1 0,0 1 0,1 0 0,1 1 0,1-1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23.505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1012 1234 7882,'-16'-12'0,"-1"-1"-263,2 1 100,2 0 1,4 5 257,1 3 1,7 8 70,1 4 0,5 4 61,8 5 0,4-2-128,4 5 0,2-3-26,2 3 0,4 0-88,-1 0 1,7 3 33,-2-2 1,-2-3-6,2-2 0,5 2 34,8-1 1,3-1-70,4-4 0,5 1 34,8-1 0,2-5 89,6-3 0,-4-3-286,0-1 1,1 0 163,8 0 1,7-5-16,8-3 1,0-7-270,0-2 0,-2-5 297,-43 12 0,1 0 0,46-10-175,-45 10 1,0 0 0,0 0 0,-2 1 232,1-1 0,-1-1 1,0 0-1,1-1 8,-1 1 0,1 1 0,44-8 115,1 2 0,-2 1-141,1-1 0,-2 6-166,-5-2 1,-11 2 144,-2-2 1,3 1-89,5 2 0,-1-1-4,1 1 1,-12-6 54,-4-1 1,-7-1 123,-6 5 0,5-4-131,8-1 1,-4-1 112,-1 2 1,-1 1-50,-6-6 1,-6 5 345,-7-5 0,-8 5-243,-4-5 1,-9 2 285,-3-2 0,-4-6-252,0 2 0,-2-2 112,-3 2 0,-3-5-131,-5-3 0,-6 2-67,-7-2 1,0 0-63,-8-4 1,-5 0-8,-7 0 0,-4 0-7,-4 0 1,-8 0-15,-9 0 0,-8 4-164,-4 0 1,-5 4 120,-7-4 0,9 6 62,-5-2 1,-2 7-308,-6 2 0,-8 1 299,40 8 0,1 1 0,2-1 0,0 0-8,-2 2 0,-1 2 1,2-1-1,0 1 2,-1 2 1,-1 1-1,-3-1 1,-2 1-1,-5 1 0,0 2 1,3-2-1,0 2-227,4 0 1,-1 2 0,-4-1 0,-1 0 186,-2-1 0,-1 2 1,-2-1-1,-1 1-44,-1 1 0,0 0 0,1 1 1,1 1 44,2 2 1,0 0-1,0 0 1,-2 1 17,-2-1 0,0 0 1,-1 0-1,0 0-2,5 0 1,0 1 0,0-1 0,1 0 92,2 0 0,2 0 0,4-1 0,1-2-39,0 2 0,1-1 0,2-3 0,0 0-94,1 1 0,1 0 0,0 1 1,1 0 169,-41 1 0,8 0 283,9-4 0,7 4-40,9 0 1,3 6 147,6-2 0,-1 0-331,1 5 1,1-4 461,3 8 0,4 2-678,8 2 0,7 2 318,5 2 0,6 9-280,-1 3 1,8 7 26,3-3 0,0 9-170,1 0 1,0 2-107,4-3 0,5-4 81,3 1 0,6-5-12,7 4 0,6-5 69,14 1 0,10-4 168,11-4 1,10 1-238,11-5 1,10 0 292,1-5 1,-41-13 0,1-3-315,-1 1 0,1-1 0,6-1 0,1 0 212,4-1 0,1 0 0,8-2 1,2-1-205,1-1 1,2 0 0,5-2 0,2 0-258,-2-1 0,0-2 0,2-2 0,0-1 86,-2-2 0,0-1 0,0 1 0,0-1 53,-2 0 0,0 1 0,-7 1 0,-3 0 324,-12-1 0,-1 0 0,-5 1 0,0 2 0,0 0 0,-1 1 0,-2 2 0,-1-1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38.189"/>
    </inkml:context>
    <inkml:brush xml:id="br0">
      <inkml:brushProperty name="width" value="0.05714" units="cm"/>
      <inkml:brushProperty name="height" value="0.05714" units="cm"/>
      <inkml:brushProperty name="color" value="#F6630D"/>
    </inkml:brush>
  </inkml:definitions>
  <inkml:trace contextRef="#ctx0" brushRef="#br0">136 270 11103,'-28'-22'0,"0"-2"-1048,5-2 1,4 1-189,6 4 1121,1 4-221,5 10 404,2 1 1,8 6 345,5 0 1,3 4-263,13 0 0,5 1 59,12-5 1,10 0-64,11 0 0,10-6 288,11-2 1,4 1-432,8-1 0,-43 4 1,1 0 144,6-2 1,2-1 0,4 1 0,1 0-72,2 0 0,0 0 0,4 0 0,0 1-121,0 0 0,0 1 0,-1-1 0,0 1-399,1 1 0,0 2 0,-3-2 0,1 2 296,-1 0 0,1 2 1,5-3-1,1-1-377,0 1 0,0 0 522,-1 0 0,0 0 0,0 2 0,0 0 0,-1-1 0,0-1 0,1-1 0,0-2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37.313"/>
    </inkml:context>
    <inkml:brush xml:id="br0">
      <inkml:brushProperty name="width" value="0.05714" units="cm"/>
      <inkml:brushProperty name="height" value="0.05714" units="cm"/>
      <inkml:brushProperty name="color" value="#F6630D"/>
    </inkml:brush>
  </inkml:definitions>
  <inkml:trace contextRef="#ctx0" brushRef="#br0">123 161 10736,'-16'-18'-160,"0"-4"1,1-1 0,1 1 0,1 7 574,1 3 0,4 6-131,0 2 0,4 3 238,-5 1-249,7 0-343,-4 0 0,12 0 96,2 0 0,4 0-98,5 0 0,-2-2 232,5-2 1,-3 3-172,3-3 0,1 1 15,3-1 0,0 3 49,-4-4 0,6 3-75,-5-2 1,6 2 4,-2-2 0,0 3-231,3 1 0,4 0 153,1 0 1,4 0-355,4 0 0,-1 1 135,5 3 1,-1-1-302,1 5 1,2 0 591,-6 5 0,0-1 1,-4 0-1</inkml:trace>
  <inkml:trace contextRef="#ctx0" brushRef="#br0" timeOffset="350">814 62 10734,'-30'-5'-169,"0"-1"130,-3-2 1,-1-1 38,5 4 0,0 1 231,5 4 1,4-1-270,4-3-62,2 3 276,7-5-129,2 1-129,5 3 1,5-3 217,4 5 0,2 4-55,1 0 0,6 0-32,2-4 1,5 4 23,4 0 0,2 0 22,6-4 1,0 4-24,0 1 1,6-1 70,2-4 1,4 0-3,5 0 0,9 0-94,11 0 1,11 0-211,9 0 0,-44 0 0,0 0 206,3-1 0,1 2 0,3 1 0,0 1-76,6 1 1,2 0 0,-2 2 0,1-1 58,0 1 1,-1 1-1,0-1 1,-2 0-126,-3 0 0,-1 0 1,2 1-1,0-1-17,2 0 1,1 0-1,1 2 1,-1-1-32,-3-1 1,1 0-1,3 2 1,-1 0 58,-5-4 0,1 0 1,4 1-1,1 1-66,0 0 0,1 0 0,2 0 0,0 0-69,-3 1 1,1-1 0,3 0 0,0 0-203,1 0 0,0 0 1,-3 2-1,0 1 133,1-1 1,0 0 291,8 3 0,0 0 0,-4-2 0,0-1 0,7 1 0,2 1 0,-3-2 0,-1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42.566"/>
    </inkml:context>
    <inkml:brush xml:id="br0">
      <inkml:brushProperty name="width" value="0.05714" units="cm"/>
      <inkml:brushProperty name="height" value="0.05714" units="cm"/>
      <inkml:brushProperty name="color" value="#F6630D"/>
    </inkml:brush>
    <inkml:brush xml:id="br1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49 334 9614,'-12'-12'0,"-1"-8"85,1-6-202,5-2 1,3 7-1,8 1-172,4-2 0,14 4 984,7 1 0,12 0-531,8 0 0,9-1 105,12 2 1,0 6-198,8-2 1,-3 4-191,-1-1 0,3 4 23,5 5 0,2 0-477,10 0 0,0 5-332,0 4 446,-2 2 0,0 1 1,1 0-1</inkml:trace>
  <inkml:trace contextRef="#ctx0" brushRef="#br1" timeOffset="793">3108 235 8409,'-16'-19'-38,"-2"1"0,0 2 0,0-1 0,3 2-642,1 2 1,6 4 719,0 1 1,4 0-29,-5-4 1,7 3 188,-2 1 1,1 4-157,-1-4 0,2 4 79,-2-4 0,3 3 22,1-3 3,-6 5 64,5-2-115,-4 5 1,3 0-240,-2 0 261,3 0-227,-5 0 197,6 0-60,0 5 1,2-2 100,2 5-61,-3-5 0,6 7 1,-3-6 0,-3 1 16,4-1 79,1-2-107,1 9 1,6-8-47,-1 5 1,-4-5 46,0 1 1,1-2-92,3 2 0,2-2 70,2 2 1,-1-3-4,6-1 0,-1 0 0,5 0 0,1 0 3,3 0 0,8 0 55,8 0 0,3-4-58,1 0 1,1-4 1,-1 4 0,2-4 15,2 3 1,-2-3 28,2 4 1,4-5-76,0 0 0,10 2-5,7-1 0,4 1-272,5-1 0,0-1 51,-5 4 1,10-3-58,-2 4 0,9 0 163,0 4 0,0 1-332,0 3 1,1 3 79,-6 6 1,6 0-183,-1 4 1,-45-10 0,1 1 203,1 2 1,-1 0 342,3 0 0,0 1 0,0 3 0,1 1 0,1-1 0,1 1 0,0-2 0,0 1 0,1-1 0,-1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44.275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62 25 8214,'-12'-2'0,"-1"-2"0,1-3-480,0 1 658,5 0-439,1 6 0,6 6 47,0 2 1,6 3 58,2 1 1,4-1 189,5-3 1,-2 3-8,5-2 1,1-3 64,4 3 1,-1-1 113,1 4 1,5-4-27,3 1 1,5-5-113,8 4 0,4-5-28,12 1 0,9-3 71,3-1 0,6 4-507,2 0 1,-3 0 241,12-4 1,-1 5-66,9-1 1,-49 0 0,0 1-105,2-1 1,-1 1 321,38 5 0,-38-5 0,1 0 0,37 5 0,-1 2 0,-2 2 0,-4 2 0</inkml:trace>
  <inkml:trace contextRef="#ctx0" brushRef="#br0" timeOffset="617">2603 457 8404,'-17'-10'-291,"0"-2"1,-1-2 0,0 2 0,3 2 453,1 2 1,2 4-22,0-5 1,3 7-19,1-2 1,5 1-144,-1-1 1,4 2 132,4-2 0,3-1-212,6 1 0,4-2 71,4 2 1,4-1 49,3-4 0,4-2 14,5 3 1,9-4-7,4-5 1,14 4-2,6-4 0,10-1-3,10 2 0,1-5-219,-43 13 0,2 0 0,2-3 1,0 0 186,8 0 0,0 1 0,-2 1 0,0 1-4,2-1 0,-1 1 0,-1 1 0,-1 0-68,-5 1 0,-1 0 0,4 0 0,0 1 48,0 1 1,1 0-1,-1-1 1,0 0-105,0 3 0,1 0 1,-3 0-1,0 0 33,-1 2 1,-1 0 0,5 2 0,2 2-97,6-1 0,-1 2 196,-3 0 0,0 1 0,6 0 0,1 2 0,-7-1 0,-1 2 0,2 1 0,0-1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47.96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69 221 8138,'-19'-9'-185,"3"-4"-452,2 9 553,2-7 274,5 11 0,8 2-100,11 2 0,4 1-138,8 4 0,0-4 133,8-5 0,1 4-79,4 0 1,4 0 5,1-4 0,0 0-1,-1 0 1,3 0 12,5 0 1,6-4-27,3 0 1,9-4 1,7 4 0,5-6-231,8 2 0,-2-3 239,-3-1 0,6-1 42,2 1 0,-1 0-45,10-1 1,-9 5 36,1 0 1,-8 0-28,0-5 0,-12 5 1,-1 0 1,0 5 17,0-1 1,-2 3 55,2 1 0,-12 0-41,-5 0 0,-2 0-12,-6 0 1,8 4-36,5 0 1,8 0 36,4-4 0,2 0-151,2 0 0,-2 0 85,-7 0 0,1-1-133,-8-4 1,3 3 49,5-6 0,-3 1-51,3-2 1,-10 0-42,-6 5 1,-7-2 123,-6 2 0,-1 3 7,-3-3 1,-3 4-337,-5 4 407,-1 3 0,-4 5 0,-3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3:53.99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371 149 7961,'-17'-6'0,"1"-1"-1296,1 1 1184,1-5 1,2 9 0,-1-2 279,1 3-13,5-5-72,-4 5-118,10-5 1,-6 2 103,3 0-147,3 0 133,-5 4 1,5 0 56,-3 0-37,2 0 1,-5 0-21,3 0 161,3 0-133,-5 0 32,6 0 8,-5 0-141,4 0 164,-5 0-10,6 0-22,6 0-54,0 0 1,7 1-37,-1 4 1,-4-4 24,1 3 1,0-1-88,8 1 1,-4-1 82,4 5 1,1-5-28,-2 1 0,6 1 29,-1-1 1,3 2-9,5-2 1,-2-3-37,6 3 1,-4 2 5,4-2 0,0 4-13,4-4 1,-2 2 33,-2-2 1,2-1-73,-7 5 1,1-4 56,-4 4 1,-6-5-57,-2 1 1,0-3 31,0-1 0,-1 0-18,-3 0 54,-1 0-11,0 0 1,-4-1 66,1-3 1,-7 1-75,3-5 1,-5 5 149,-5-1 0,-1-1-6,-7 1 1,1-2-27,0 2 1,-6 3 13,-3-4 1,-2 0 11,-2 1 0,-5 0 4,-3 4 1,-4-4 24,-4 0 0,-3-5 51,-5 5 0,-2-1-112,-2 1 0,1-2 74,-6-2 1,3-2-63,2 6 1,1-4 3,11 4 1,4-4-18,4 4 1,5-5-139,-1 5 0,9 0-197,3 4 260,9 0-408,3 0 1,8 0 159,5 0 0,5 0-102,12 0 0,4 0-4,0 0 0,9 0-126,-1 0 1,14 0 46,2 0 0,12-1-76,5-3 1,8-2-136,4-2 0,4-2 224,5 6 0,-1-4-1228,9 4 1603,-3 0 0,-44 3 0,0 2 0,47-1 0,-1 0 0,1 0 0</inkml:trace>
  <inkml:trace contextRef="#ctx0" brushRef="#br0" timeOffset="667">2122 334 8105,'-24'-2'-180,"-1"-2"0,0-4 0,1-1 0,-1 0-83,0 5 1,6 1 465,3-1 1,2 3-34,2-3 340,5 2-244,1 2-253,6 0 1,6 0 9,2 0 0,8 0-94,5 0 1,2 0 0,2 0 1,0-4 106,-1 0 0,7 0-72,1 4 1,5 0 21,5 0 1,-4-4-23,3 0 0,3 0 0,1 4 1,-1 0 2,1 0 0,-1 0-42,1 0 0,2 0-152,-6 0 0,1 0-102,0 0 0,1 4 328,7 0 0,5 11 0,1-1 0</inkml:trace>
  <inkml:trace contextRef="#ctx0" brushRef="#br0" timeOffset="1141">3615 334 8061,'-18'-6'0,"-2"-2"312,-4-3 1,5-1-93,3-1 0,7 5-192,5 0 0,10 5 81,6-1 0,9 3-220,12 1 0,6 4 3,15 0 1,-1 4 137,9-4 0,5 0-426,15-4 0,9 0-125,-39 1 1,3-2-1,3 1 1,1-1 520,7 0 0,0-2 0,4-2 0,0-2 0,1-3 0,0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3:13.384"/>
    </inkml:context>
    <inkml:brush xml:id="br0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3898 309 8723,'-23'-30'0,"1"4"45,2 4-242,-1 2 0,-4 2 1,1 4-183,-1 5 0,-4 4 1131,1-3 1,-5 5-232,4-1 0,-1-1-120,1 1 1,-3 0-139,-5 4 1,0 0 57,0 0 0,-4-2-65,0-2 0,-4 1 14,4-5 0,-4 0-245,3-4 0,-3-1 56,4 1 1,-5 0-124,0-1 0,-6 1 77,-1 0 1,-13 1-182,-4 2 0,-8 4-1,-8 5 0,-3 4 46,2 0 1,4 6 201,9-2 0,-3 3-35,-5 1 0,6-1 147,-2-2 1,10-3-129,10-2 0,2-1-29,2 5 1,8-5 5,-4 1 0,2 2-5,-5-2 1,-5 5 8,-7 0 0,3 3-17,0 4 0,1 4 42,3 4 0,-5 8-9,-7 5 1,-1 0-306,-11 4 0,-1-1 309,-3 1 0,9-3 187,3 3 0,14-4-52,2-4 1,6-1-103,3-3 1,4-2 74,0 6 1,6-10 146,2 2 0,6-5-283,6 1 0,6-2 69,2-2 0,4-4 278,0 4 0,5-4-316,0 0 0,5 5 76,-1 2 0,3-1-195,1 2 1,2-1-34,7 5 0,0 0-22,12-1 0,-1 0-9,5-4 0,7 4-19,5-4 1,6-1 103,11 2 0,2-5-78,6 5 1,-1-6 138,1 1 0,8-2 14,8-2 0,6-1-302,14-2 0,-48-6 0,0-1 279,3-1 1,1-2 0,5-1 0,0 0 42,-2 1 0,1-2 1,6-3-1,0-2-9,-2 2 0,-1 0 0,0-2 0,-1 1-11,-3 0 1,1 1-1,0 0 1,0 0-9,0 0 0,-1 0 1,1 1-1,0 2-35,-3-2 0,1 1 1,-3 1-1,0-2 24,1-1 0,-1 0 0,3 0 1,-1-1-55,3 1 1,0 0 0,-1 0 0,-1 0 1,-2 0 1,-1-1 0,-2 1-1,-2 0-165,46-6 1,2-5 135,-47 9 1,-1 0 0,47-13-157,-10 5 0,-11-5 110,-5 5 1,-8-6 53,-9 1 1,0 2-21,-12-1 1,1-1-13,-1-4 1,-4 1 502,0-1 1,-7-1-60,-9-3 0,0-4 304,-9-8 0,2-1-645,-10-3 0,-7-2-20,-9 6 0,-14-6-280,-16 2 0,-12-6 143,-16 2 1,-12-2-404,-5 10 1,37 18-1,-3 1 393,-1 1 1,-3 1-1,-5 0 1,-2 1-167,-5 4 0,-2 2 1,3 0-1,1 4 5,1 3 1,0 3-1,1 1 1,-1 2-105,-2 3 1,0 2 0,5 2 0,1 2-187,5 6 1,3 3 0,-29 17 572,33 10 0,6-1 0,20 9 0,5 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3:27.974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4034 2047 8463,'0'-12'-580,"0"-1"-437,0 1 913,-5 5 120,3-4 166,-3 10-61,5-10 54,0 10-109,0-5 1,1 2 122,3 0-52,-2 0 30,9 4-127,-5 0 1,7 0 0,-1 0 0,-4 0 21,1 0 1,-5 0 57,4 0 35,0 5 1,4 1-89,1 2 1,-1 1 140,0-4 1,2-1-117,3-4 1,-2 0 17,5 0 1,6-13 13,7-7 0,11-20 0,10-13 0,10-20-367,-24 30 0,2 0 0,-1-1 0,-1 0 251,3-5 1,0-1-1,-2 5 1,-2 0-228,-3 0 0,-2-1 0,-5 5 0,-1 0-137,22-37-1,-11 12 357,-2 5 0,-4 7 0,-12 1 0,-6 2 0</inkml:trace>
  <inkml:trace contextRef="#ctx0" brushRef="#br0" timeOffset="2969">3701 1332 7989,'1'-17'0,"2"1"-1332,1 1 1409,6 1 1,-7 3 0,4 1 378,-2 2 1,5 1-511,-2-1 0,4-3 55,5 3 1,-2-3 57,5-1 1,1-5 43,3 1 1,7-6-10,1 1 0,5-6 47,5-2 1,-3-7-41,7-1 0,-4 4-64,-1-4 1,0 5 68,-8-1 0,-4 0-7,-4 8 0,-2-2-54,-7 6 0,-1-2-127,-6-2 1,2 1 185,-3-1 0,-3 4-3,-1 1 0,-2-1-12,-2-3 1,-6-4-28,-2 3 1,-4-2-6,-5 6 1,-2 2 37,-5-1 1,-5 1-26,0-2 1,-5 3-56,1 6 0,-4-1-5,-4 1 1,-3 1-11,-6 3 1,0-2-136,-4 6 1,4 0 18,-4 4 0,-1-1 74,2-3 1,-1 2 15,5-2 1,-7-1-6,-6 1 1,-5-5 106,-7 5 0,0-1-170,0 1 1,6 1 222,2-5 0,-1 4-76,1-5 1,-1 1 20,1-4 1,-3-2-27,-5-2 0,2-4-3,2-4 0,7-1 40,5 0 0,-1 6-32,-7 3 0,-8 2 83,-8 2 0,3 5-86,1 3 1,2 8 12,2 4 0,-1 4-66,-3 5 0,-2-2-3,-2 6 1,-2-1 67,6 5 0,-1-2-12,9-2 0,-1 2-239,9-2 1,-3 3 122,-9 5 0,5-2 53,-5 6 1,11-5-16,9 0 1,3 0 0,2 1 1,0-7 54,-1 2 0,1-3 6,0-1 1,-5 0 107,1-4 0,5-2-129,7 2 1,8-4 239,4-3 1,4 2 52,5-3 1,3 3-137,9 1 1,3 1-118,5-1 0,0 2 11,0 2 1,0-1-20,0 6 1,5-5-117,3 5 1,9-5-6,3 5 0,5-2 66,4 1 1,8 4 227,8-4 0,14 5-146,7 4 0,1-3 13,3 3 0,-4 1-167,3-2 1,3 7 146,6-2 0,8 2-254,-39-16 1,1-1-1,0 1 1,1-1 186,0 1 1,1-1 0,0 1-1,0-1-47,1 1 1,1-1 0,3 0 0,1 0 64,3-1 0,1-1 1,-2 1-1,0 0-81,0-2 1,-1-1-1,3 1 1,0-1 58,1-2 0,1 0 0,2 0 0,0 0-68,1-2 1,1 0 0,-3-1 0,0-1 61,-1-4 1,0 0-1,1-1 1,2-2-2,7-2 1,0-2-1,-5-5 1,-1-2-297,2-3 0,0-3 1,1-3-1,0-2 279,1 0 0,0-3 0,6-2 0,0-3 8,4 0 0,1-3 1,1-4-1,0-2-338,6-4 1,1-3-1,-31 13 1,0-1 0,1-2-462,5-2 0,0-2 0,2 0 821,3-1 0,2-1 0,1-1 0,2-2 0,0-1 0,1 1 0,3-1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3:19.370"/>
    </inkml:context>
    <inkml:brush xml:id="br0">
      <inkml:brushProperty name="width" value="0.08" units="cm"/>
      <inkml:brushProperty name="height" value="0.08" units="cm"/>
      <inkml:brushProperty name="color" value="#008C3A"/>
    </inkml:brush>
    <inkml:brush xml:id="br1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2813 6020 10588,'-8'-11'-2754,"0"3"2342,5-3 418,-8 4 1,9 1 406,-7 1-160,7-1-157,-9 4 0,8-3 80,-5 5 0,5-2-140,-1-2 151,-3 3 278,6-5-178,-5 6 251,6 0-499,0 0 0,6 0-34,2 0 1,3 0 35,1 0 1,5 0 43,-1 0 0,6 0 21,-2 0 0,0 0-134,0 0 1,1 0 135,3 0 0,1 0-186,0 0 0,-1 0 75,1 0 0,-2 0-26,-2 0 1,1 0 4,-6 0 17,1 0-28,-10 0 69,-2 0-3,-21 6 0,-1-1 12,-16 4 1,0 6 2,-4-3 0,0 3 6,0-3 0,2 1 124,2-1 1,-1-1-126,5-3 0,1 2 366,8-6-197,2 0-60,6-4-188,5 0 1,3 0 0,8 0 0,0 0-77,8 0 1,-1 0 104,10 0 1,-1-4-78,5 0 1,0-2 72,-1 2 1,7-1-41,1-3 1,0-3 49,1 2 1,-2 3 1,2-3 0,2 2 5,-7-1 1,1-1 2,-4 5 0,-2-5 65,-2 5-91,-9 0-93,-7 4 0,-7 0 51,-6 0 0,-6 6 50,-11 2 1,-5-1-22,-3 1 0,2-1-10,-2 1 0,4 2-10,-4-6 1,6 4-10,-2-4 1,4 0-136,5-4 1,2 4 18,5 0-309,7 0 141,0-4 299,17 6 1,3-5-1,10 5 1</inkml:trace>
  <inkml:trace contextRef="#ctx0" brushRef="#br1" timeOffset="2176">5946 5095 8559,'-12'-5'-1263,"5"3"884,-4-3 540,10 0-200,-5 3 190,6-3-210,0 5 0,6 0 112,2 0 1,7 0-39,2 0 1,5-4 9,-2-1 1,4-3-17,0 4 0,5-5 8,0 0 0,0 0-2,-5 0 1,-3-1-37,-1 1 1,-5 2 44,2-1 1,-8 4 37,0-4-40,-7 5 0,-2-2 0,-8 5 1,-8 0 20,-5 0 1,-8 0 0,-4 0 1,2 1 26,-2 3 1,-3-1 103,-1 5 1,-2-5 3,6 1 1,1 1-107,-1 0 0,6-1 68,-2-4 0,5 0-49,3 0 1,3 0-94,6 0 90,5 0 1,7-2 5,8-2 0,10 1-185,7-5 1,10 0-243,11-4 0,12-2 100,8-2 1,15-4-377,5-4 1,4-1 172,-4 0 0,6 5 435,2-1 0,1 1 0,-2-2 0,-3 5 0,1 6 0</inkml:trace>
  <inkml:trace contextRef="#ctx0" brushRef="#br0" timeOffset="3360">9684 5071 12376,'-4'-9'-2891,"0"1"2848,-6 5-85,3-7-138,0 8 0,1-5-211,1 3 242,4 3-70,-4-5-361,5 6 966,0 0 39,5 0-156,-4 0 332,10 0 206,-9 0-155,9 0 399,-10 0-71,5 0-422,-6-5-296,0 3 252,0-3-325,0 5-16,0-5 1,4 2 46,0-5 1,5 5 108,0-1 1,2-3-117,1-1 0,0 1 66,1-1 0,4 3-32,4-3 1,-2 4-139,2-4 0,-5 4-122,5-4 1,-6 3 125,1-3 0,-2 5-593,-2-1 142,1 3 64,-6 1 0,-7 0-14,-9 0 0,-9 4 158,-6 0 0,-6 9 50,-7-5 1,0 10 109,0-6 1,0 3 194,0-3 0,5 1-84,3-1 1,5 0-26,3 1 0,3-2 142,6-3 168,5 3-219,2-10 0,11 5-160,7-6 1,6-3 52,10-5 1,4-2-53,8-10 0,4 3-185,8-3 0,2 3-392,3-3 0,2 0 57,-2 0 408,2 2 0,7 0 0,2-1 0</inkml:trace>
  <inkml:trace contextRef="#ctx0" brushRef="#br1" timeOffset="30534">14433 5909 7770,'0'-75'79,"0"-2"0,0 1 0,0 3 0,0 6 27,0 4 0,0 1 61,0 0 0,-1 2 273,-4 3 1,3-2-252,-7 5 1,5-1-109,-4 2 1,1 2-24,-1-2 1,-2-5 59,6-4 1,-4-6 9,4-10 0,0 1-218,4-5 0,-4 4 325,0-5 1,-6 0-62,2-8 0,-3 4-34,-1-4 0,1 4-38,2 0 1,-3-2-65,0-5 1,-1-1-237,5 44 1,0-1-1,1 2 1,0 0 240,-5-49 0,6 47 0,0-1-20,-1-3 1,1 1-1,0 2 1,0 0 9,0 0 1,0-1 0,-3 3 0,0 1-61,-1 0 1,-1 1 0,-2 1 0,-3 0 57,0-1 0,-1 0 1,-18-43-1,17 42 1,-1 1 0,-22-37 16,0 0 0,-6 2 14,2-2 0,1-1-241,-1 1 1,-3 1 121,20 43 1,-2 2-1,-1-1 1,-2 1 20,-6 0 0,0 2 1,1 4-1,0 2 31,-1-1 1,0 0 0,-36-31 48,1-2 0,0 0-32,0 4 1,-7 10 0,-5 3 0,41 26 0,-1 1-35,-1-1 1,-1 1-1,1-2 1,0 0-13,-39-22 0,-4 3-65,8-3 0,35 24 0,-2-1 68,-2-2 1,0 1-1,-2 0 1,1 0-42,3 1 1,0 1-1,-3 0 1,1 1 48,4 2 0,-1 1 0,-7 1 0,-2 1-68,-4-1 1,-1 1 0,1 2 0,1 1 62,2-2 1,1 1 0,-1 1 0,1 0 2,-3 0 1,1 1 0,-3 2-1,0 0 1,-3 0 0,-1-1 1,1 1-1,1 0 18,2-3 0,0 1 1,-2 2-1,0 1-188,-2 0 0,0 1 0,1 1 0,1 1 193,1-1 0,-1 1 0,-3 2 0,-1 2 46,0-1 0,1 1 0,1 1 1,0 1-30,4 0 1,1 0 0,-4 1-1,0 1 4,-1 1 1,0 2-1,-4-1 1,0 2-25,0 3 1,0 2 0,0-1 0,1 1-2,5 1 1,0 0 0,-4 1 0,-2 0-17,-4 1 1,0 1 0,-2 1-1,1 1-66,3 3 1,0 1-1,-3 1 1,-1 0-231,0 2 0,0 1 0,-1 3 1,1 1 291,0 1 0,0 1 0,-7 4 0,0 2-52,-2 1 1,1 2-1,-1 1 1,2 0 46,4-2 0,1 0 0,-3 5 1,-2 0-2,-3-2 1,-1 2-1,28-11 1,-1 2-1,1 0 1,-26 16 1,1 1-1,27-17 1,0 0 0,0 0-253,-23 15 0,0-1 1,-3 1-1,0 0 295,0 1 0,1 1 1,3 2-1,-1 1-5,0 3 1,0-1 0,0-1-1,0-1-77,3-1 1,2-1 0,-1 1 0,1-1 41,1 2 1,0 1 0,-4 4 0,0 0 49,1-1 0,1 1 0,1 1 0,1 1-62,4-5 0,0 1 54,-1 5 0,0 0 0,21-19 0,-1-1 0,1 2 0,-1 2 0,-1 0 0,1 0 33,-21 22 1,-1-1-1,23-21 1,0 0-1,1 0-5,1 2 0,0 1 0,0-1 0,-2 2 0,1 0 0,-1-1-29,-1 2 1,0 1 0,0-1 0,2-1-1,-1 1 1,1 0 5,2-2 1,1 1-1,0 0 1,-1 1 0,0 1-1,-1-1 22,0 1 1,0 1-1,1 0 1,1 0-1,1 2 1,1-1-24,0 0 0,0 0 0,1 0 1,1-2-1,2-1 0,-2 1-4,-2 1 0,0 1 0,1 0 0,-16 25 0,3 0 14,1 2 1,3 1-1,0-2 1,1 0-20,-1 1 1,1 0 0,2-3-1,-1 0 13,0-1 1,2 0-1,3-1 1,3 1 2,4-1 0,2 2 0,1 3 0,2 0-160,2 1 0,0-1 0,0-2 0,0-1 132,1-1 0,-1 0 0,-2 5 1,1 0-3,1 1 0,1 1 0,-2 2 1,2 2 18,4 2 0,3-1 0,-1-2 1,1 0-78,4 2 1,1 1 0,2 2 0,1 0 37,0 1 1,1 1-1,-1 2 1,0 1-33,0 1 0,1-1 1,-1-2-1,1 0-107,1-1 0,1-1 0,1 0 0,-1 0 139,2 0 0,0 1 1,-2 0-1,2 1 38,1 0 1,1 1 0,0-2 0,1 0 58,3-2 0,0-1 0,-1 1 0,0-1 0,3 1 1,0-1-1,0 4 1,0 0-46,1 3 1,2 0 0,2-5 0,1 1 58,1 1 0,2 1 1,2-4-1,1 0-50,4 4 0,1 0 1,1 0-1,1 0-41,-4-29 0,1-1 1,0 0-1,6 26 1,0-1 9,2 1 0,1-1 0,2-3 0,2 0-58,3 2 0,2-1 0,4 0 0,3-1 44,5 1 0,3-3 1,-2-5-1,2-1-15,1 0 1,2-1 0,0-4 0,-1 0-8,-2-2 0,1 0 0,4 0 0,4 0 24,0-4 0,3 0 0,2-1 0,3-1 1,-1-8 0,1-1 0,-1 1 1,0 1 1,0-2 0,2 1 0,3 0 0,3-2 25,5-4 1,1-1-1,-3 1 1,-2 0-21,-4-5 0,0 0 1,5 3-1,2-1 3,5 3 0,0-1 0,0-3 0,-1-1-36,-1-3 0,1-2 0,2 0 0,2-1-12,1-2 0,1 0 0,1 3 1,0 0 37,0-3 1,1 0 0,0 0 0,1-1 0,2-4 1,1-2-1,-27-13 1,0 0-1,0-2-85,27 9 1,-1-2-1,4-1 1,0-1 46,2-1 0,1-1 0,-31-7 0,0-1 0,1 0 47,-2-1 0,1-1 0,0 0 0,3-1 0,-1-1 0,1-1-5,30 4 1,-1-1 0,1-1 0,-1 0 1,-29-7 0,-1 0 1,1 0-1,2 1 1,1 0-1,-1-1 2,-2-2 0,-1-1 0,0 0 0,4 0 0,-1 1 0,0-1 11,29-1 0,-2 0 1,-2-3-1,1-1-1,-30 0 0,0 0 0,0 0 1,2-1-1,-1 1 0,1-1-14,-2-1 1,0-2-1,0 1 1,2 1 0,-1-1-1,0 0 24,27-5 0,-1-1 1,1 2-1,0 0-22,4-1 0,0-1 1,0 3-1,0-1 56,-4-3 1,-1-1 0,1-1-1,0 0-18,-5 0 1,1-1 0,0-1 0,1-1 75,2-1 1,1-1 0,2 0 0,0-2-74,-5-1 1,1-1 0,-2-2 0,0-1 9,-3 0 0,1-1 0,2-4 0,1 0-9,1-1 1,-1-2 0,-29 11 0,-1-1-1,0 0 5,28-13 0,1 0 0,-1-1 1,1 1 17,-5 0 0,0-1 0,1 0 0,-1-2 15,-1-2 0,-2-2 1,1-2-1,0-2-48,-2-1 0,0 0 0,1-1 1,-1 1-119,-8 2 0,0-1 0,-2 0 0,1-1-219,1-2 1,0-1 0,-2 0 0,-3-2 172,-5-1 0,0-1 0,1 0 0,0 1 30,-3 4 1,-1-1 113,-2-2 0,-3-3 0,-3-1 1,-2-2-1,-1-1 0,-1 0 9,1 2 0,-1 0 1,0-3-1,-1-1 51,0 2 1,-1-1-76,-3-2 0,-2-1 1,-4-2-1,-3-1 0,-3 2 1,-1-1 33,-1 2 0,-1 0 1,-2-1-1,0-1 92,4-1 1,0 0-1,-3-2 1,-1-1-107,4 1 0,0 0 0,-5-1 1,0-1 12,-1 0 1,-1 0 0,-1 0 0,-2 0 51,-2 1 0,-1-2 0,0-4 1,0-1-40,-2-2 0,0 0 0,0 3 0,-3 1-21,-2 0 1,-1 0 0,1 0 0,1-1 9,-1-3 1,-1-1 0,-1 0 0,-1 0 1,1 1 0,-1 0 0,-1 1 0,-2 0 38,-1-1 0,0 0 1,1 0-1,0 1-48,-3-1 0,0-1 0,2-1 0,0 0-3,-1-5 1,-2 1 0,2 3 0,0 0 10,-1-1 0,0-1 0,-1 0 0,-1 0 20,2-1 1,1-1 0,-1-2-1,1-1 78,-1-1 1,0 1 0,0 4 0,0 0-31,-2 0 0,0-1 0,2 2 1,0-1 62,0 0 1,0-1 0,3-2 0,-1-2-26,-2 1 0,0-1 0,0 4 0,0 0-62,-2 1 0,0-1 0,0 2 1,1-1 16,1 2 0,0-1 0,-1 1 1,0-2 19,1-2 0,0-1 0,1 3 0,-1 0-77,0-3 1,0 1 0,3 1 0,-1 1-136,-2-2 0,0-1 0,2 0 0,0 0 89,-2-4 0,0 1 1,0 5-1,0 1 26,-1-1 0,-2 1 0,-2 3 0,-2 0-175,-2 1 1,-2-1 0,-1-1 0,-2 0 66,-6-1 0,-1 1 0,1 5 0,0 0 24,-4 1 1,-1 0-1,-2 1 1,-1 0 37,-1 1 1,-3 0 0,-6 3-1,-2 1 2,-4-1 1,-3 2 0,-3 2-1,-3 2-47,-5-2 1,-3 2 0,3 3 0,-1 2-103,-2 2 1,-2 1 0,-1 0-1,-2 2-73,-3 5 1,-1 1 0,-1-3 0,-1 1 99,0 5 0,0 2 0,2 0 0,1 1-937,3 3 1,0 2 1084,0 1 0,-2 1 0,0 2 0,-1 1 0,1 0 0,-1 1 0,1 1 0,-1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3:56.648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457 1111 7976,'-24'-12'-27,"2"-1"0,3 2 0,0 2 0,1 2-455,0 1 0,2 1 411,4 1 1,2 3 267,-2-4 1,2 0-139,-6 1 0,-2 0-25,1 4 1,-5 0 73,2 0 1,-2 0-68,1 0 0,-2 0 138,3 0 1,0 0-57,0 0 1,5 0 17,-2 0 1,8 0 98,0 0 10,7 0-187,-4 0 0,6-2 41,0-2 1,6 1 113,2-5 0,7 4-115,1-4 0,6 4 46,-1-4 0,2 1-57,2-2 0,1-1-3,3 1 0,-2-2-42,6-1 1,4-2-8,4-2 0,2 1-35,-2-6 1,8 5 83,9-5 0,9 1-64,7-5 0,4 2-170,4 2 0,0 3 168,-8 6 1,5 1-28,-5 3 0,0-2-9,4 6 1,-3 0-7,-1 4 0,0 0-16,0 0 1,-5 4-31,-4 0 0,9 0 77,5-4 0,11 0 11,9 0 0,-5-4-27,5 0 1,0-6-163,-46 6 1,0 0 0,3-1 0,1-1 167,4 0 1,1 0 0,-5 0-1,0 1 2,-2 1 1,1 0-1,1-2 1,1-1-10,3 1 0,1 0 0,1 0 0,-1 0-3,4-2 1,0-1 0,-6 2-1,-1-1-220,3 0 1,-1 0-1,0 1 1,0 0 229,5-1 1,0 0-1,-3 1 1,0 0 74,-1 1 1,-1 0-1,1-1 1,0 1-25,5 0 1,1 0-1,-4 0 1,0 1 32,1 1 0,1 0 0,2-2 1,0 1-61,0 0 0,0 2 0,2-1 0,1 1 6,-3-1 1,0-1 0,2 2 0,-1 0-19,-1-1 1,0-1-1,5 0 1,1 1-13,0 1 1,0 2-1,-2-2 1,0 2-73,-8 0 0,-1 2 0,4-1 1,2 0 56,3 0 1,0 0 0,-2 0 0,0 0-81,-3 0 0,1 0 0,1 0 0,-1 0 17,0 0 1,0 0-1,-2 0 1,0 0-12,1 0 0,1 0 0,1-2 0,-1-1 63,2 1 0,0 0 1,-2 0-1,-2 0 3,-2 2 1,0 0 0,-1 0 0,0-1-2,0-1 1,1 0 0,4 1 0,0 0 7,0 0 0,0-2 0,-2 1 0,-2-1 92,-8 1 0,-1 0 1,5-1-1,2 2-58,1 0 0,1 2 0,1-1 1,-1 0 70,-2 0 1,0 0-1,0 0 1,-1 0-24,-3 0 0,-1 0 0,4 0 0,0 0-27,5 0 1,0 0 0,-4 0 0,-1 1-36,-3 1 0,-1 0 0,2-1 0,0 1-5,1 2 1,-1 0 0,1 0-1,-1 0 10,-1 2 0,0 1 0,2-3 1,0 0-51,-2 0 1,-1 0 0,3-1-1,1 1 49,1 0 1,-1 0 0,-2 0 0,0-1-11,-1-1 1,-1 0 0,4-1 0,0-1-18,1 3 0,0-1 1,-1-1-1,1-1-32,-4 0 0,-1 0 0,1 0 0,-1 0-323,-3 0 0,-1 0 0,6 0 1,0 0 260,1 0 1,-1 0-1,-2 0 1,-1-1 186,42-4 0,1 0-15,-5-3 0,-43 2 0,0 1 172,0 1 1,1 0 0,44-6 22,-10 2 1,-5-3-9,-7 3 1,4 1 5,0-2 1,4 7-184,-4-2 0,-5 2 171,-7 2 1,-14 0-224,-7 0 0,-4-4 250,0 0 0,-1 0-318,5 4 1,-9 0 206,1 0 0,-8 0-163,0 0 0,-5-4 322,-3 0-161,-3 0 0,-10 4 159,0 0 238,-5-6-414,8 5 1,-9-6-17,7 3 1,-5 1-216,4-5 0,-5 4 115,1-5 0,3 3-127,1-3 0,3-6 41,1 3 1,1-4-14,-1-1 0,0 2-83,1-6 1,-1 1-223,0-5 0,1 5 381,-1-1 0,-5 1 0,-2-5 0</inkml:trace>
  <inkml:trace contextRef="#ctx0" brushRef="#br0" timeOffset="868">12298 519 8285,'-23'-11'-7,"1"1"1,3 4 0,1-1 0,3 1 83,1 1 1,2-3 66,-1 3 0,5 0 264,0 1-211,5-3 1,-6-1 650,5 0-110,-1 5-48,5-3-468,0 6 0,11 6 7,6 2 0,10 3-95,6 1 0,15 1-182,10-1 0,7 0 12,9 1 0,5-2-314,-1-3 0,7-3-440,1-5 1,11 0 691,-44 1 0,1-2 0,0-3 0,-1-1-62,-1-1 1,-1-1 0,43-13-217,-15-1 1,-7-1 220,-10 2 1,-7-1 54,-6 9 1,-11-2-70,-9 10-30,-14 0 130,2 4 0,-21 0 195,0 0 0,-6 0-230,-2 0 1,-6 0-171,-3 0 1,-2 5-337,-2 4 610,1 2 0,-12 6 0,-2 3 0</inkml:trace>
  <inkml:trace contextRef="#ctx0" brushRef="#br0" timeOffset="1060">12606 667 8301,'-49'-23'0,"1"2"0,4 3 732,7 0 203,17 5 0,12-5-433,16 6 0,12-2-229,17-3 0,7-2-315,10-5 1,3-1 127,9 0 0,5 1-768,11-1 0,6 0 471,-39 12 0,1 2 1,1 0-1,1 2-124,-1 1 1,0 0 0,1 1-1,1 2 132,-2 0 1,0 1 0,-1-1 0,0 1-289,2 1 1,-1 2 490,0-2 0,-2 2 0,46 1 0,-3 0 0,-5 0 0,-3 0 0</inkml:trace>
  <inkml:trace contextRef="#ctx0" brushRef="#br0" timeOffset="1560">14494 198 8520,'0'-18'293,"0"5"725,0-4-712,0 9 0,0 1 251,0 3-879,0 3 443,0-5-722,0 6 509,5 0 92,-3 6 0,9-5 0,-5 5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4:00.785"/>
    </inkml:context>
    <inkml:brush xml:id="br0">
      <inkml:brushProperty name="width" value="0.06" units="cm"/>
      <inkml:brushProperty name="height" value="0.06" units="cm"/>
      <inkml:brushProperty name="color" value="#008C3A"/>
    </inkml:brush>
    <inkml:brush xml:id="br1">
      <inkml:brushProperty name="width" value="0.08" units="cm"/>
      <inkml:brushProperty name="height" value="0.08" units="cm"/>
      <inkml:brushProperty name="color" value="#008C3A"/>
    </inkml:brush>
  </inkml:definitions>
  <inkml:trace contextRef="#ctx0" brushRef="#br0">94 1641 8058,'-14'-4'-62,"-1"-2"0,-1 1 1,1-1-533,1 4 441,7 0 119,-4 2 60,10 0 0,1 0 26,8 0 1,3 2-9,1 2 0,2-3 50,2 3 1,3-2-44,6-2 0,1 4 13,3 0 0,-2 0-11,6-4 0,0 1 4,4 3 0,4-2-11,0 2 1,6-3 1,-2-1 0,10 0-18,7 0 0,6-5-11,10-4 0,5-1-116,7-3 0,-1 1 146,6 0 0,-5-1-263,5 1 0,1-1 245,-45 7 1,0 0 0,3 0 0,-1 0-15,5 0 0,0-1 0,-4 1 0,0 0-18,1 0 1,1 0 0,3 0 0,1-1-3,3 1 0,1 0 0,3 0 0,1 0 6,2 0 0,0-1 1,-1-1-1,1-1-316,4-1 0,0-1 0,0-1 0,-1-1 276,5-1 1,0 0-1,4 0 1,1 0 28,5-2 1,1-1 0,-4 1 0,1-1 71,4-1 0,1-1 0,-1 3 0,1 0-383,1-1 0,1 1 0,2 1 0,2 1 404,0-3 0,-1 1 0,-6 2 0,-1 1-36,2-2 1,-1 1 0,0 2 0,0 2-19,-5 0 1,-2-1 0,0 1 0,-1 0-3,-1-3 1,-2 1 0,-7 2-1,-1 1-93,-1 0 0,0 1 0,-7 1 1,0-1 128,-3 0 1,-1 0 0,-4 1 0,-2 0 39,-3-1 1,-1 0 0,40-6 42,1 2 1,-6 4-81,-14-1 1,-6 5 370,-14-4 1,-6 5-499,-3-1 1,-3 3 508,-1 1 0,0 0-709,0 0 1,3 0 213,5 0 1,4 0-474,9 0 0,4 0 518,-9 0 0,3 0 0,-11 0 0,3 0 0,2 0 0</inkml:trace>
  <inkml:trace contextRef="#ctx0" brushRef="#br1" timeOffset="733">7445 309 9162,'-4'-17'0,"-1"1"-416,-2 1 1,4 1 235,-1 2 0,4 3 507,4 1 1,2 0-134,2-4 0,3-1 228,-3 1 1,-1 4 256,1 0-418,-5-1 1,2 1 202,-5 0-244,0 5 0,-1-2-200,-3 5 1,1 0 115,-5 0 0,0 0-244,-5 0 198,1 0-228,0 0 193,-1-6 0,7-1-37,1-5 1,4 4 72,1 0 1,7-1 118,5-3 0,2 0-80,7-1 1,-1 2-4,5 3 0,4-1-129,-1 4 1,7 1 99,-3 4 1,3 0 5,-2 0 1,-3 2 85,-6 2 1,-4 8 62,-4 9 1,-6 7-171,-2 5 1,-5 8 171,1 5 1,-8 3-27,-5 4 0,-2-2-56,-1 3 1,4 0-325,0 0 1,5-1 114,-1-3 0,2-6-619,2-3 0,6-8 331,2-5 0,3 1 144,1-4 0,1-5-808,-1-11 0,0 2 966,1-3 0,-1 3 0,0 1 1</inkml:trace>
  <inkml:trace contextRef="#ctx0" brushRef="#br0" timeOffset="967">7926 1160 8472,'-31'0'0,"4"0"933,5 0 0,9 7-381,9 5 0,4 2-306,4 6 1,2-5 84,2 2 0,3-4 4,-3 0 0,3-1-91,1 0 0,1-5 46,-1-3 1,5-1-223,-1 1 0,0-2 125,-3 2 1,1-7-454,2-1 0,-2-6 37,2 2 1,-6-3-127,-2-1 0,-5-1-125,1 1 0,-3-4-360,-1-1 1,-3 2-1496,-5 7 2329,-6-3 0,-16 4 0,-1-5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15:44:03.669"/>
    </inkml:context>
    <inkml:brush xml:id="br0">
      <inkml:brushProperty name="width" value="0.06" units="cm"/>
      <inkml:brushProperty name="height" value="0.06" units="cm"/>
      <inkml:brushProperty name="color" value="#008C3A"/>
    </inkml:brush>
  </inkml:definitions>
  <inkml:trace contextRef="#ctx0" brushRef="#br0">601 247 8588,'-12'-5'-504,"-1"-4"-28,1-1 0,1-3 404,3 1 0,-2 0 198,6-1 0,-4 1 495,4 0 1,-2-1 473,2 1-755,3 0 1,-5-1-144,6 1 0,2 4-6,2-1 0,4 3-22,8-3 1,9-2 18,8 3 0,4 1-127,4-1 0,1 1 74,4-1 0,-4 2-64,-5 6 1,-4 0 82,0 0 0,-11 6-39,-2 2 0,-10 9 135,-6 3 1,-4 8 300,-4 0 0,-8 7-217,-9-2 1,-3-2-73,-5 2 0,3 0-142,-3 4 1,-1 0 136,1 0 1,4-4-280,5 0 1,9 0-48,-2 4 0,11-7-76,2-6 1,16 0 134,13-8 0,11 1-69,5-5 0,7-5 194,1-3 1,1 1-1,-5-1 0,-1 6 66,-3-2 0,-9 3-110,-11 2 1,-12 0 166,-8 4 1,-7-2 21,-6 5 0,-7 1 146,-14 4 1,-2-1-111,-6 1 0,0 0 78,0-1 1,5 0-155,3-4 0,3 3 28,2-2 1,0 1-309,4-2 0,7 2 100,9-5 0,3 3-98,1-3 1,9 3-83,4-3 1,6 1-102,-3-2 0,5-2 184,-5 2 1,5 3 13,-5 2 1,-3-2 115,-5 2 1,-5-1 171,1 5 0,-4 0 50,-4-1 0,-3 0-82,-5-4 0,-1 3-105,1-2 1,1 2-183,3 2 1,4-4-288,8-1 0,9-3 42,12 3 0,12-5-237,12 2 0,8-4 233,8 0 1,3-1 106,1 0 1,-4 2 436,-12 3 0,-17-2-147,-20 5 1,-14 5 329,-15 4 1,-11 5 121,-13-1 1,-11-2 365,-10 2 1,2-4-394,-2 4 1,12-6 15,1 2 1,10-3-416,7-1 0,7-1 167,5 1 0,7 0-473,5-1 1,4 1 181,4 0 1,3 5 137,6 3 0,-1-2 25,0 2 1,-4-5 176,1 0 1,-7 4-88,3 1 0,-5-2 301,-5 2 1,-1-4-294,-7 4 0,-3-4 12,-1 4 0,-3-6-341,3 2 0,-3-3 150,3-1 0,5-5-253,4 1 1,5-1 117,-1 5 0,3-5 116,1 1 0,6-5 49,7 5 1,-1-2 4,5 2 1,2-3 108,1-6 0,-1 4-64,2 1 1,0-5-183,3-4 0,0-5 130,-4 1 1,-2 2-450,-6-2 382,-5 0 1,-3-4 306,-8 0 1,-8 5-174,-9 4 1,-9 2 78,-7 1 1,-7 2-108,-9 2 0,-1-1 64,-7 6 0,6-2-338,-7 1 0,14-2 156,3-5 0,8-1-2335,8 0 76,11 1-785,13-7 2140,10 0 953,2-6 0,6 0 0,-1 0 0</inkml:trace>
  <inkml:trace contextRef="#ctx0" brushRef="#br0" timeOffset="876">70 235 8524,'-24'-12'118,"2"-2"0,5-1 1,11-2-1,10 2 427,12 2 0,16 0-464,17 1 0,7-2-63,10-2 0,-2 2 91,6-2 1,3 3-473,9 5 1,13-2 390,-40 8 1,1 0-1,-4 0 1,0 0-35,0 2 1,-1 0-1,38 2 41,-11 2 1,-14 8-9,-6 9 1,-20 3 8,-13 5 1,-21-2-1,-25 6 1,-16 2 501,-20 6 1,-9-3-195,-4 3 0,-8 3-120,-4 1 0,36-21 0,0-1 64,1 0 0,0-1 0,-40 19 233,19-8 1,12-3 29,17-5 1,17-2-685,12-2 0,27 1 151,14-6 0,13 1-43,12-5 0,5 4-248,11 1 1,0 1 21,0-2 1,-6-1 120,-2 6 1,-6-1 293,-6 5 0,-6 4-226,-11 0 0,-12 9 96,-9-1 0,-9 8 44,-11 0 1,-15 3 1,-14 2 0,-8-1 105,-9 0 1,1 3-7,0-2 0,5 0-113,3-8 0,4 3 15,4-4 1,5 0 24,12-4 0,6-4-31,14 0 1,14-6 100,11 2 0,11 1-376,5-1 1,8 5 256,5-1 1,8 4-112,4 4 0,-5 3 91,-3 5 0,-18 6-15,-15 3 1,-18 8 378,-20 3 1,-21 3-123,-23-2 1,-10-9 703,-3-7 1,2-5-159,6-4 0,10 2-55,11-6 1,8-4-423,13-4 1,1 0-291,11 4 0,0 0-140,4 0 1,9 0 139,3 0 0,9 0-592,0 0 0,3 0 260,5 0 1,4 0-3549,8 0 3822,3 5 0,5 0 0,1 1 0,-1-2 0,0 3 0,1 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4:02.693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3195 1308 7908,'-12'0'-857,"5"0"857,-4 0 0,10 6 0,-5 1 0</inkml:trace>
  <inkml:trace contextRef="#ctx0" brushRef="#br0" timeOffset="275">3121 1358 7916,'-21'0'-84,"2"-2"0,1 0 0,3-2-1085,2 1 908,0-4 0,6 4 261,3-5 0,-2 5 0,-1-2 0</inkml:trace>
  <inkml:trace contextRef="#ctx0" brushRef="#br0" timeOffset="492">3158 1370 7916,'-14'0'0,"-1"0"-16,-1 0 0,-1 0 109,5 0-414,0 6 1,1 0-146,2 7 321,4-1 0,5-4 79,0 1 0,1-5-192,3 4 0,-1-5 258,5 1 0,1 3 0,3-1 0</inkml:trace>
  <inkml:trace contextRef="#ctx0" brushRef="#br0" timeOffset="984">1468 1530 7972,'-20'7'-77,"0"-3"1,1-2 76,0-2 0,-2 5 0,-3 2 0</inkml:trace>
  <inkml:trace contextRef="#ctx0" brushRef="#br0" timeOffset="1193">1258 1641 7873,'-24'-4'-26,"-1"-1"0,2-1 0,2 1 0,5 2-251,2 2-882,7 1 1159,2 0 0,16-6 0,2-1 0</inkml:trace>
  <inkml:trace contextRef="#ctx0" brushRef="#br0" timeOffset="1594">1209 1518 7940,'-31'0'0,"2"0"113,3 0 1,1 0-140,0 0 0,1 2-2,-1 2 1,5 2 155,-1 7 0,6-5-79,-2 0 0,4-5 173,0 1-182,7 3 294,0-6-53,6 5-163,0-6 1,1 0 14,4 0 1,-3 0 5,7 0 1,-1 0-162,4 0 1,2-2 74,2-2 1,-1-1-49,6-3 1,-2-2 59,2 6 1,2-4 5,-3 4 0,4-5-7,0 5 1,0-4-3,-4 4 1,4 0-56,-4 4 1,3-4-10,2 0 1,1-1-80,3 5 1,-2 0 126,6 0 0,0 0-231,4 0 1,4 0 55,0 0 1,6-4-16,-2 0 0,3-4-38,2 4 0,-7-4-78,-2 4 0,-2-5-58,-2 5 0,-6 0-143,-2 4 0,-4 0-479,-5 0 940,4 6 0,0 0 0,8 7 0</inkml:trace>
  <inkml:trace contextRef="#ctx0" brushRef="#br0" timeOffset="2761">1505 1358 7777,'-27'-6'0,"1"-2"-116,2-3 0,12 3 116,0 0 0,8 5 0,0-4 0,8 3 0,4 3 20,8-4 1,3 4 2,6 1 1,5 0 8,3 0 0,3 0 5,1 0 1,4 0 21,0 0 0,4 0-45,-4 0 0,2 1 85,-2 4 0,1 0-65,4 3 1,-2 3-19,-3-3 1,3 3 19,5 2 1,4 3-9,1 1 0,1-1-9,-2-4 1,-2-1-4,2-2 1,-3 0-8,-5-5 0,-3 0-3,-5-4 0,4 0 47,1 0 0,4-5-30,-1-3 0,-1-3 97,1-2 0,-1-4-80,2-4 1,0-2-31,-5-2 0,-1 0-11,-7 1 0,1-1-2,-5 0 0,4-5 46,-4-3 0,-1 2-2,-3-2 1,0 1 42,-1 0 0,1-3-63,0 7 0,-2-3 141,-2 3 1,-4 2-64,-4-3 1,-1 4-20,0 5 1,-3-2-76,-1 5 0,-5-3 3,1 3 1,1-3 6,-1 3 1,2-1-114,-2 2 1,-3 2 5,3-2 0,-2-2 94,-2 1 0,0-3-27,0 3 0,0-3 5,0 3 0,0-3 124,0 3 1,-4-3-76,0 3 1,-7 0 10,-2 0 0,1 3-12,-5-2 1,-2-2 9,-1 2 0,-4-6 51,0 1 0,-5 3-57,0 2 0,-1-2 24,1 2 0,2-2-22,-6 1 1,4 7 28,-4-7 1,4 10-78,-3-5 0,1 2-3,-6-2 0,3 1-2,-7 3 0,-3-3-117,-1 3 0,-4 1 89,-5-1 0,3 3 31,-2-3 0,2 5 49,2-1 1,-2-1-61,-2 1 0,2 0 78,-2 4 1,-4 0-12,0 0 0,-5 0 23,-4 0 0,5 0-16,-1 0 0,7 0-2,10 0 1,-4-2-67,-1-2 0,4 3 46,-8-3 1,5-2-58,-9 2 0,-1-1 44,-6 0 1,7 0-4,1-3 0,6 2 34,6 6 1,-7-4-2,2 0 1,-6 0-6,3 4 0,-6 0 16,1 0 1,-2 5 25,-2 4 0,10 0-41,3-1 1,8 8-108,-1-4 0,4 4 103,1 1 1,0-4-159,0 4 0,-1 1 51,-3-2 0,2 2 30,-2-2 1,7-2 20,1 3 1,5 0-3,0 0 0,-1 5 43,4-2 1,-1 4-43,10 0 0,-1 1 29,5 0 0,-3 3-12,3 1 0,-4 0-56,8-4 1,3 1 59,1 2 1,2-1-3,2 1 0,0-2-5,0-1 0,2 0-3,2-1 0,0 5 44,8 0 1,-2 5-46,6-1 1,-1-1 57,2 0 0,2 1-43,6 4 1,-1-1 13,1-3 1,4 1-55,0-5 0,5 4-11,-1-4 1,-2-1 35,2-3 0,-4 0-6,4-1 0,0 1 17,4 0-1,0-6-13,0-3 0,0-6 120,0-2 0,4-5-112,0 1 1,1-3 29,0-1 1,3 0-52,8 0 0,8-1-1,4-3 0,1 1-56,-4-5 1,-1 0-162,1-5 1,-6 5-13,-2 0 1,2 0 120,2-5 1,7 5-274,5 0 1,-4 1 62,-4-1 0,-3 2-162,-10 6 1,3 2 509,-7 2 0,3 3 0,2 5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4:10.624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215 467 8149,'-4'-12'-113,"0"0"0,0 1 0,0 1-506,0 2 0,1 5 520,7-1 1,3-1 75,5 1 0,1-1 120,-1 5 0,4 0 5,1 0 0,1-4-128,-2 0 1,3 0 38,6 4 1,-4 0-32,-1 0 0,1 0 50,3 0 1,1 0-26,0 0 0,-1 0-2,1 0 0,0 6 21,-1 2 1,1 1 2,0 0 1,-5 2 29,1-3 1,-5 3-47,5 1 1,-6-4 12,1 1 0,-2-3-6,-2 3 1,-3 2 20,-1-3 1,-4-1 28,4 1 5,-5-5 24,2 8 0,-6-10 12,-3 3 1,-3-3 51,-5-1 1,-1 0-100,1 0 0,-4 0 35,-1 0 1,-6-4-44,-2 0 1,-1-5-15,-7 0 1,0 3 22,-4-3 0,0 2 1,0-1 1,0-3 34,0 3 0,-1 1 1,-3-1 0,3 5 95,-4-1 0,0-1-77,1 1 0,1-1 48,7 5 1,3 0 77,5 0-336,6 0 1,8 5 16,11-1 1,11 1-119,10-1 1,12-2 119,4 2 1,9-3 16,4-1 0,-1-5-77,4-4 1,8-6 55,0-1 1,11-10 63,2 1 1,6-8-298,11 0 1,-1-6 242,1-2 1,-5 1 8,-8 7 0,-2-1-9,2 5 0,-4 1 55,-4 8 1,-10 8-3,-11 7 0,-10 0 12,-11 1 0,-7 1-40,-4 7 0,-9 3 135,-4 5 0,-3 5-69,-1-1 0,-5 2 266,-3-1 0,-3-4 209,-2 4 1,-5 1-300,-2-2 0,-8 2-168,0-2 0,-7-2 6,2 2 0,-6-3-37,-2-5 1,-9 3 87,5-3 0,-6-2-242,6-2 0,-3-3 32,-1-1 0,5 0-211,3 0 0,7 0-82,1 0 1,4-5-61,-4-4 0,11 3 57,2-3 1,10 1 414,6-4 0,8-6 0,3-1 0</inkml:trace>
  <inkml:trace contextRef="#ctx0" brushRef="#br0" timeOffset="934">2029 344 8035,'-6'-8'0,"-2"0"0,1 5 77,-1-1-56,5 2-341,-2 8 1,6 1 222,3 5 1,0-1 15,9-3 1,-3 3-10,11-3 0,0 2 121,3-2 1,-3 2-81,-1-6 1,1 4 31,4-4 1,-1 6 7,1-2 1,1-2 57,3-2 1,-2-3 96,6-1 1,-4 0-88,4 0 0,-4 0 99,3 0 1,-6 0-64,-1 0 0,0-5 114,-5-4 0,-6-2 8,-2-1 0,-7 0-51,-1-1 0,-3 1-99,-1 0 0,-5-2 52,-4-2 0,-7 2-188,-5-3 0,-3 1 49,-5 4 1,3-3-54,-3 6 0,3 0 5,1 1 1,1-2 87,-1 6 0,4 0-248,1 4 0,9 0-96,-1 0-220,7 0 1,1 0 8,8 0 535,3 5 0,11 2 0,1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4:28.682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2940 1674 7831,'-11'-14'-131,"2"-1"0,1 0 0,-1 3 1,1 3-474,0 4 1,5 0 386,-1 0 217,3 4 0,1-4 0,0 5 0</inkml:trace>
  <inkml:trace contextRef="#ctx0" brushRef="#br0" timeOffset="726">2583 2500 7760,'-17'0'-178,"-1"0"1,1 0 0,-1 0-40,3 0 343,6 0 72,4 0-89,16 0 0,-2-4 28,12 0 1,0-4-130,3 4 0,1-6 7,0 2 1,-1-4 146,1-5 1,1-2-62,3-6 1,-2-1 199,6-2 0,0-4-69,4-5 1,1-4-66,3 0 1,-1-6-59,5 2 1,2-3 30,6-1 0,2 1-44,3 2 0,-7 0-28,-6 5 0,-7-6-90,-1 2 0,-7-3 53,-9-1 0,-5-1-75,-7 1 0,-4 0 98,-5-1 1,0-5-4,0-2 1,-5 2 27,-4 2 0,-7-2 9,-5 1 0,-9 1 1,-7 3 1,-1 8 92,-7 5 0,-5 5-273,-3 8 1,-5 5 62,5 2 0,5 9-603,7 4 1,4 2 307,4 2 0,3 2-672,5 2 1,7 3 994,6 5 0,-1 6 0,7 1 0</inkml:trace>
  <inkml:trace contextRef="#ctx0" brushRef="#br0" timeOffset="1244">2965 527 7827,'-48'-54'0,"0"2"-47,-1 4 1,2 10-127,-6 9 0,1 7 131,-2 2 1,2 3-122,-6-3 1,12-2 505,1-7 0,5 3-161,3-3 1,-1 3-34,-4 1 0,-3 6-100,-8 3 1,-5 3 75,-8 5 1,-4-1 38,-8 4 1,3 8-237,-3 10 0,-3 4 191,-1 8 1,-11 9-94,41-16 0,1 1 0,1 4 0,0 1-101,-4 0 0,1 1 0,4 2 1,2 2 168,1 3 0,1 2 0,-2 3 0,-1 2 30,-4 3 0,1 2 0,3 1 0,1 2-34,-3 1 1,1 2-1,6 2 1,3 2-158,2 1 0,2 1 0,0 5 0,1 1 74,-1 6 1,2 0 0,3-2 0,1 0-222,-3 1 0,1 1 0,4 1 0,4 1 197,0 1 1,2 2 0,3-2 0,3 0 27,4 1 0,3 0 0,3-8 0,3 0-271,3-2 1,4-1-1,3-6 1,5-2 112,4-2 1,5-3-1,2-3 1,3-2-76,36 35 0,5-19 80,7-10 0,0-11 21,0-9 1,10-3 265,2-14 1,-37-6-1,2-3-85,0-4 1,1-2-1,-1-3 1,-1-1 84,0-2 1,-1-2 0,2-5-1,1-3-44,-3 0 0,0-3 1,5-2-1,-1-2 27,1 0 0,-1-2 0,0-3 0,-2-2-66,1 0 0,-1 0 0,1-4 1,-1-1-16,-2-1 0,1-1 0,0-1 0,0-1-1,-5 1 0,0 0 1,0 0-1,-2 1-42,-3-1 0,-2 0 1,-2-4-1,-4-1-60,-5 0 1,-4-3 0,-4-1 0,-4-1-148,-3-48 1,-6 1-196,-7 46 0,-2 1 0,-3-1 0,-3 0 181,-4 0 1,-3 1-1,-2 0 1,-4 1 216,-6 2 0,-1 1 0,2-2 0,-1 1 0,-5 0 0,0 1 0,0-2 0,0 1 0</inkml:trace>
  <inkml:trace contextRef="#ctx0" brushRef="#br0" timeOffset="2520">7529 1304 7744,'0'-17'-10,"0"0"0,0-1 1,0-1-1,0 1-27,0 0 0,0 0-242,0 2 0,0 2 105,0-2 0,0-4 97,0 0 1,0 1 133,0-2 1,1 0-25,3-3 0,-2-1 73,2 0 0,-3 1-60,-1-1 1,0 0-32,0 1 0,0-1 61,0 0 0,-1 1-1,-3-1 0,-3-1-11,-5-3 1,-2 3-8,-3-3 0,2-1 37,-5 2 0,-2-7-38,-7 2 0,3-2 114,-3-2 1,2 1-66,-2 3 0,-2 2 77,-6 2 0,0 3-68,0-3 0,-11 4 17,-6 5 0,-8-3-145,-7 2 1,-5 2-168,-9-2 1,-2 6 137,3-1 1,-6-2 72,-6 1 1,3 1 25,-7 4 0,7 3 33,1 1 1,6 6 85,2-3 0,5 4-103,-1 1 1,3 1 16,1 4 0,1 1-69,3 7 1,10-1 71,10 0 0,-3 6-122,4 3 0,-9-1 73,1 5 1,-2-3-98,1 7 1,3 2 87,6 2 0,4 10-2,-1 6 1,12 3-40,1 10 0,2 2-123,2 10 0,-1 1 125,1 4 0,0-4 30,0 3 1,2-1-114,11 1 0,1 1 65,6 4 1,0-4 17,5-5 1,0 0 53,4 0 1,5 6 10,3 2 0,7 2 1,2-2 1,5 1 17,-2-4 1,8 1-73,0-6 0,7-1 36,-2-7 1,2-3-211,2 3 1,6-6 59,2-7 0,4-6-23,5-14 0,12-4 149,8-9 1,10-2 84,-1-6 1,-1-5-83,-8-3 1,1-8 124,3-4 0,12-8-166,4-5 0,-44 9 0,-1-1-15,41-15 0,3-5 25,-45 13 1,-1-1 0,3-1 0,0 0 30,6-2 1,-1-2 0,-2 0 0,-2-2-59,-1-1 1,-1 0 0,-2-1-1,-2 0 62,-4-1 1,0 0 0,3-2 0,0 0-7,-3 0 0,0 0 0,0 0 1,-1 1 32,30-30 1,-5-7 17,-7-5 1,-10-11-82,-28 39 0,-3-2 1,8-45 41,-13-2 1,-7 1-97,-9-5 0,-1 46 0,-2-1 55,-2 1 1,-3-1 0,-4-2 0,-3 0-339,-2 2 0,-3 1 0,-5 0 1,-3 0 89,-3-1 1,-4 1-1,-4 1 1,-3 0-405,-2 0 0,-2 1 661,-1 7 0,0 2 0,0 2 0,-1 2 0,1 3 0,0 0 0,-1-1 0,1-1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4:50.02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444 384 7972,'-64'-9'0,"4"-4"0,7 0 63,3 4 0,11-2 0,1 5-15,8-1 1,2-4 53,12 3 0,0-3 387,3-2 0,1 5 258,0 0-83,5 5-331,1-2 0,16 5 24,2 0 0,10 4-136,3 0 1,2 5 28,10 0 0,3 2-204,9 1 1,12-4 70,4 0 1,8-5-618,5 1 1,3-2 415,5-2 0,-36-1 0,0 0-589,5 0 1,1-2-1,6-2 1,1-2 291,8-3 1,2-1 0,6-3 0,2-1-463,7 0 0,1-2 1,2-3-1,-1-2 470,1 0 0,-1-1 373,-1 2 0,0 0 0,0-3 0,-1 0 0,0 1 0,1 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4:54.94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117 36 7664,'-24'-1'219,"1"-3"1,1-3 0,2-1-297,3-1 0,7 7-177,10-2 1,12 6-125,13 2 1,9 6 146,7-2 1,11-1 166,2 1 0,13-4-77,11 5 1,4-5-1481,13 4 1621,-45-7 0,0 1 0,2 3 0,2 1 0,1-3 0,1 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4:56.30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0 74 7654,'8'-5'-98,"1"-5"98,0-5 0,-3-4 0,-1-6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5:14.743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202 247 7855,'-33'-5'115,"-1"-3"0,1-2 0,2 0 0,4 3 1151,6 2-749,3 1 1,14 4-206,8 0 0,9 0-108,16 0 1,8 5-166,8 4 0,5 2 85,3 1 1,2 0-324,3 1 0,7-5 51,1 0 1,12-1-249,9 1 0,-37-5 1,2 0 249,5-2 1,2-2 0,6-4-1,3-1-164,3-2 0,1-1 1,5-2-1,0-1-307,5-2 1,0-1 0,2 2-1,1-1 282,3-3 0,1 1 0,1 0 1,1 0-33,-1 0 1,1-1 366,0 2 0,-1 0 0,-8 3 0,0 0 0,0-1 0,0 1 0,-2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5:25.09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1103 1703 7787,'-37'0'0,"1"0"629,3 0-399,-8 5 1,12 1 0,-6 5-652,3 1 0,5-2 119,6 6 1,-1-6 380,6-2-79,5 0 4,5 5 0,9-2 13,5-3 1,2 1 84,10-5 0,2 2 123,7-2 1,-1-1-74,4 5 1,1-5 85,4 1 1,6-3-115,2-1 1,3 0-159,1 0 1,8-5 189,4-3 1,9-3-3,12-2 0,1-5-393,7-2 1,-1-3 273,2-2 0,-42 12 0,2 1-3,4 0 1,1 0 0,-4 2-1,0 0 11,0 2 1,-1 0 0,42-6-30,-11 2 1,0 5-139,1 3 0,-7 1 88,6-1 0,-6 3-5,-6-3 1,-3 1-132,-5-1 0,-5 1 53,1-5 1,1-5 99,6-3 1,0-10-90,5 1 1,-11-8 64,-2 1 1,-6-6 95,-6-3 0,-2 0-13,-6-8 0,-2 2 131,-2-6 1,3-3-75,-3-2 0,2-4 107,2-3 0,-11 2-96,-5-3 0,-11 7 21,-6 1 0,-6 10 37,-6-1 0,-7 9-65,-14 3 0,-4 0 361,-8 4 0,-3 2-355,-5-2 1,0 0-183,-1-4 1,0 4-35,-4 0 1,-13 0-146,-11-4 0,-11 2 89,42 18 1,-1 1 0,0 1 0,-1 1 48,0 3 1,-1 2-1,-5-3 1,-2 2 64,0 1 0,-1 1 1,-4 2-1,0 1-3,3 3 1,-1 0-1,1 1 1,0 1 83,0-1 0,-1 2 0,-3 1 0,-1 1-3,-2 1 1,0 0-1,-2 4 1,0 1-208,5 1 0,-1 0 0,-3 2 0,0 1 210,-1 1 0,0 1 1,-1 2-1,-1 1 1,0 2 0,1 2 1,3 0-1,3 2 2,5-1 0,1-1 0,-3 2 0,-1 0-17,1 1 1,1 0-1,-1 1 1,1 1-139,6 0 1,3 0 0,1-1 0,3 0 145,-28 19 0,2 3-104,2-3 1,7 2 88,13-2 1,15-3 209,18-5 1,12 0-255,9 0 0,15 3-98,18-3 0,17 7 95,11-7 0,13 3 174,9-3 1,-41-17-1,1 0-253,4-1 1,1-1 0,3 0 0,2-2-88,4-3 1,2-1 0,3-3-1,2-1 60,3-1 1,2-1-1,7-2 1,1-1-66,3-3 1,1 0 0,0-4 0,0-1-422,-1-2 0,1-2 1,1-2-1,2-1 320,2-4 0,1-1 310,0-4 0,1 1 0,2 3 0,0-1 0,-1-4 0,-1-1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5:33.902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203 160 8269,'-24'-8'-104,"-1"0"0,0-1-470,1 3 0,0-4 417,4 6 1,2 0 156,6 4 0,1-2 518,2-2-394,-2 3 1,11-5-2,0 6 1,7 0-58,10 0 0,2-4-4,6 0 1,5-5-27,3 0 0,13 3 38,8-3 0,12 3-153,8-3 1,5 0-117,7 5 1,9-5 172,-44 7 0,1 0 0,1-1 0,1 1-233,5-1 1,1 2 0,1 0 0,1 0 143,2-1 1,0 0 0,-2 2 0,-1 0 13,-1 2 0,-1 0 0,0 1 0,0 1 97,1 2 0,-1 0 0,1 1 0,-2 0 0,-1 0 0,-1 0 0,-1 0 0,1 1 0,-3-1 0,-1 1 0,-1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5:30.943"/>
    </inkml:context>
    <inkml:brush xml:id="br0">
      <inkml:brushProperty name="width" value="0.04286" units="cm"/>
      <inkml:brushProperty name="height" value="0.04286" units="cm"/>
      <inkml:brushProperty name="color" value="#F6630D"/>
    </inkml:brush>
    <inkml:brush xml:id="br1">
      <inkml:brushProperty name="width" value="0.05714" units="cm"/>
      <inkml:brushProperty name="height" value="0.05714" units="cm"/>
      <inkml:brushProperty name="color" value="#F6630D"/>
    </inkml:brush>
  </inkml:definitions>
  <inkml:trace contextRef="#ctx0" brushRef="#br0">1394 1703 8360,'-24'-5'-282,"-1"-4"0,2 0 0,2-1 0,3 3 55,1 2 0,4-1 478,1 2 1,4 3 608,4-3-202,2 2-500,-3 2 1,6 2-20,3 2 1,-1-1 4,5 5 0,-1 0-4,1 4 0,3-3 74,-3-1 0,5 0-147,3 4 1,-2-3 61,2-1 1,-1-1-133,2 1 1,-2-1 70,6-3 1,-1 1-142,5 4 0,-1-4 42,1-5 1,5 1 38,3 3 1,4-2-50,4 2 1,3-3-11,5-1 0,1-4-17,-1 0 0,0-1 65,1 1 1,-5 1-26,0-5 0,2 3 27,6-3 0,2 4 27,3-4 1,1 4 6,-6-4 0,2 5 6,-2-1 0,-3 1-19,-1-1 0,-1 2 9,-7-2 0,10 3 33,-2 1 1,7 0-38,-2 0 1,5 0-23,-2 0 0,6 0-28,-1 0 1,-2 0-7,-6 0 0,-2 0 0,5 0 1,5 0-100,4 0 1,1 0 111,-1 0 0,-3-5-16,3-4 1,-5 2 35,-3-1 1,-2 1-36,-2-1 0,6-3 114,6 3 1,8-2-97,-4 2 1,-2-3 55,-10 3 0,1 1-37,-6-1 1,10 1 3,-1-1 1,4-3-14,-1 3 0,4-3-5,5-2 1,-3 1 5,-5 0 1,0-1 1,-9 1 0,5 0-4,4-1 0,6 1 0,6 0 1,-5 1 12,-7 2 0,-9 0-7,-3 5 1,1 0 1,-2 4 1,2-4-11,-2-1 1,2 1-2,3 4 1,1-1-96,-6-3 1,-1 2 94,-6-2 1,-8 3-89,-5 1 0,-2-1 72,2-4 1,-1 4-161,-4-3 0,0-1-46,5 0 1,-6 0-171,2 1 1,-3 1 64,-1-5 0,-10 4-172,-3-4 1,-8 3 507,0-3 0,-19 0 0,-5-4 0</inkml:trace>
  <inkml:trace contextRef="#ctx0" brushRef="#br1" timeOffset="708">2825 161 10016,'-5'-12'-800,"-2"-1"1,-1 2 450,-1 3-42,7-3 319,-4 4 1,8 1 16,2 1 1,3 4 52,5 1 1,0 0 83,1 0 1,-1 0-35,0 0 86,1 0 1,-1 0-31,0 0 1,1 0 26,-1 0 0,4 0 145,1 0 0,3 0-179,-3 0 0,5 0 1,-2 0 1,9 0-76,4 0 0,-2-1 2,2-3 1,4-2-20,5-2 1,5-3 69,3 3 1,-1-3-173,5-2 1,-4 7-80,0 1 1,0 3 176,4-2 1,-3 2-1,3-3 1</inkml:trace>
  <inkml:trace contextRef="#ctx0" brushRef="#br0" timeOffset="2094">5588 1802 8211,'-23'-10'5,"2"-1"1,5 0-469,2 2 336,7 6 0,9-3-7,10 6 0,6 0 115,7 0 0,3 0-106,1 0 1,7 0 86,1 0 0,1-4-5,7 0 0,2-4 34,6 4 0,0-6-26,4 2 0,-3-3 16,3-1 1,-5-1 30,2 1 0,-5 0 26,-4-1 0,3 0-43,-3-4 1,2 3 26,-2-2 0,0-2-18,-8 2 1,2-5 39,-10 5 1,-6-6 8,-7 1 0,-7-2 96,-5-2 1,-8 1-61,-5-1 0,-8 0 123,-8 1 0,-3-5-47,-9 0 0,2 0-72,-10 5 1,-1-5-64,-3 0 0,4 0 64,0 5 0,-2-5-135,-6 0 1,-9 0 21,-8 5 0,-10 0-321,-6 4 1,-10-2 324,45 13 1,-1 1-1,-6-2 1,-1-2-9,-1 2 1,0 0-1,-4 1 1,-2 0-164,0 1 1,1 0 0,-1-1 0,0 0 188,-2 0 0,0 1 1,1 0-1,0 0-210,-5 1 0,0 2 0,3-2 0,1 1 218,0 0 0,0 0 0,-3-1 0,-2 0 13,-1-1 0,0 0 1,4 1-1,-1 0-3,-1-1 0,0 0 0,2 0 1,0 0 1,3 0 1,-1 0 0,-4 1 0,-1 0-15,-4-1 0,1 0 0,4 0 0,0 1-6,2-1 0,1-1 0,0 3 0,-1-1-13,-2-1 0,0-1 0,1 2 0,0-1 20,1 0 0,0 0 1,2 1-1,-1 0-29,-1-1 0,0 0 1,6 0-1,1 0 25,1 0 1,0 0 0,3 1 0,1 0-171,-4-1 0,0 0 1,6-1-1,0 1 165,0 2 0,1 0 0,4-2 1,2 1 150,-38-1 0,0 1-147,-4-1 0,5 5-2,0-1 1,10 4 17,10 4 0,7 4-14,2 9 1,3-2 324,-3 5 0,5 1-323,-2 4 1,4-1 398,0 1 1,8 0-414,5-1 1,7 1 377,9 0 0,2 1-380,2 2 1,8 0 146,-4 5 1,4 0-171,-3 4 1,3 5 12,1 3 1,1 2 140,-1-2 1,-2 3-72,6-3 0,-5 3-26,1 2 0,2-5-24,2 0 1,3-4-2,1 4 1,0 1-5,0 3 1,1-1-4,3-3 1,7-2-1,5-6 1,10-2 4,-1-2 0,9-4 75,3-8 1,7 0-70,10-4 0,13 3 8,11-3 0,6-5-323,2-4 0,2-5 292,2 1 1,-39-3 0,1 0-95,3-1 1,1 0 0,3 0 0,1 0-203,0 0 0,-1 0 1,3-2-1,1 0 184,2 0 1,2-1 0,4-1 0,2 0 15,2 2 1,2 0 112,-2 0 0,-1 0 0,-5 2 0,-1 0 0,2 0 0,0 0 0,1 0 0,1 0 0</inkml:trace>
  <inkml:trace contextRef="#ctx0" brushRef="#br0" timeOffset="2275">4638 1543 8359,'-9'-18'0,"-3"-3"0,-2-1 0,0 2 190,2 7 0,5 15-190,3 10 0,2 6 0,2 7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5:34.528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98 425 8154,'-30'-25'0,"5"0"-414,7 1 0,6 0 93,4 4 1,4 6 533,8 6 0,4 5-90,8-1 0,5 3-29,8 1 0,4 0-110,8 0 0,3-2 1,5-2 1,6 3-44,2-3 0,5 2 41,4 2 1,13-4-300,12 0 0,5-4 304,2 4 1,-3-6-15,0 2 0,2-2 8,-44 6 1,1 0 0,-2-1-1,1-1 109,3 2 1,-1 0 0,-4 1-1,-2-1 14,42-4 0,5 0-79,-45 1 1,1 1 0,-3 2 0,2 0 11,2 0 0,1 0 1,-4 0-1,1 0 19,48-9 1,-49 7-1,1 0 6,2 0 1,1 0-1,-3 0 1,-1 1-39,4 0 0,-1 1 0,-2-1 0,-2 1 235,46 0 1,4-2-161,-1 2 0,-47 3 1,1 1-47,1-2 0,1 0 1,-2 1-1,0 0-79,47 1 0,-44 1 0,2 0-106,4 1 0,2 0 1,-2-2-1,1 1 35,3 1 0,1 0 1,-1-1-1,1 0-358,1-1 0,1 0 0,4 0 0,0 0 219,8 0 1,1 0-1,-5-2 1,1-1-259,1 2 1,0-2-1,1-1 1,0-1 492,5 1 0,1 0 0,-2 0 0,1-1 0,-2 0 0,0-2 0,2-1 0</inkml:trace>
  <inkml:trace contextRef="#ctx0" brushRef="#br0" timeOffset="2110">1948 1202 8114,'-4'-8'-880,"0"-1"0,0 5 666,4-4 245,0 5 7,-6-8 52,5 4 1,-4-1-52,5 0 67,-6 5 1,1-4-80,-4 3 1,3 3 283,1-3-4,4 2-59,-10 2 52,10 0-128,-5 0 1,8 0-121,2 0 0,4 0 56,8 0 0,-1 0-155,6 0 1,5 0 80,7 0 1,4 0-118,4 0 1,3-1-2,5-3 0,12-2 30,4-2 1,12-1-38,5 5 0,3-5-110,2 5 1,2 0-21,-3 4 0,-1 0 67,-7 0 1,9 0-32,7 0 0,-44 0 0,0 1-202,49 4 387,-48-5 0,-1 1 0,39 4 0,6-5 0,-1 0 0</inkml:trace>
  <inkml:trace contextRef="#ctx0" brushRef="#br0" timeOffset="4403">5747 3188 7842,'-24'-14'0,"-1"-1"-211,0-2 171,6 1 1,-4 4-1,4-1-84,0 1 0,-3 1 247,5 3 0,-3-2 12,3 6 0,1-1 496,3 0-259,1 4-111,0-4 0,3 10-102,1 3 1,5 7 9,-1 2 0,-1 5-36,1-2 0,0 8 18,4 1 0,0 3-33,0-3 0,4 0-20,0-4 1,10-2-47,-2-2 1,13 2 63,-1-3 0,11-6 15,2-2 1,5-7-6,7-1 1,6-4 99,3-4 0,2-14-14,2-11 0,19-23-409,-35 20 1,2-2-1,10-9 1,2-3 242,7-6 1,2-3 0,-17 14 0,1-2 0,1-2-389,3-3 1,0-1-1,1-2 1,6-2-1,0-2 1,2 0 318,4-3 1,1-2 0,1 1 0,3 0 0,0-1 0,0 1 20,-2 2 1,0 1 0,-1 1 0,-2 0 0,-2 0 0,0 2-203,-6 2 1,0 2 0,-1 0-1,-2 4 1,0-1 0,0 2 76,-2 1 1,-1 1 0,-1-1 0,19-18 0,-4 0-136,-13 5 1,-3 1 0,-4 6-1,-3 2-196,-6 7 0,-4 2 0,24-25-1008,-20 14 1,-19 12 1031,-14 12 1,-13 12 834,-12 8 1,-3 5-402,-13 5 0,-4 8 0,-4 12 0,-2-2 0,2 10 0,-3 3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05:40.29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148 2124 7814,'-19'-23'0,"3"3"-162,2 3 1,-3 5 131,1 4 1,0 2-53,3 6 229,1 0 0,1 6-87,3 2 0,2-1 134,6 1 0,0 0-24,0 4 1,0 2-39,0 3 1,2-2-29,2 5 0,-2-3 10,7 3 1,-1 1 120,4 3 0,2 2-59,2 3 1,-1-3-36,6 3 0,1-3-14,7-1 0,2-6 12,6-3 1,6-7-107,2-5 0,11-11-252,10-10 1,9-22 199,-30 8 0,1-4 0,9-9 0,1-5-337,7-11 0,1-4 0,-15 17 0,0-3 0,1-1 360,6-5 0,0-2 0,1 0 0,2-3 1,1-1-1,2 0-405,4-5 1,2-1 0,-1 1 0,1 0 0,-1 1 0,1-1 270,3-1 1,0-1-1,1 0 1,-1 1-1,-1-1 1,1 1 69,-15 15 0,0 1 0,-1-1 0,0 1 1,15-13-1,-2 0 0,0 1 60,-3 0 0,-1 1 0,0 0 0,-1 1 0,-1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278720" y="155520"/>
            <a:ext cx="10515240" cy="243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48648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85800" y="385452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48648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1332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834120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8580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51332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834120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278720" y="155520"/>
            <a:ext cx="10515240" cy="243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523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48648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85800" y="3854520"/>
            <a:ext cx="11320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486480" y="111924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8580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486480" y="3854520"/>
            <a:ext cx="55242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1332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8341200" y="111924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8580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451332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8341200" y="3854520"/>
            <a:ext cx="3645000" cy="2497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AC73-49A8-4235-8E54-344D7AE6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FA66-1949-4BAC-90F3-260B28EA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DD6C3-C8F1-44C4-BE29-A7E192E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8F96-8A2D-4D15-B72A-1BE3C6FB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846B5-195C-4BDB-A0AF-D52035E0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678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E797-E484-44ED-A239-64277FE0E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EF780-7320-4B43-AAED-F0481B300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ADA29-9491-4859-9181-7FF16AB4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94A5-A287-4BC2-9628-CAEB7FA7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B12C-11BE-4545-8970-4F65D76F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166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AC73-49A8-4235-8E54-344D7AE6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FA66-1949-4BAC-90F3-260B28EA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DD6C3-C8F1-44C4-BE29-A7E192E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8F96-8A2D-4D15-B72A-1BE3C6FB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846B5-195C-4BDB-A0AF-D52035E0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1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80A0-ED64-48E0-B9C8-569F348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C18A2-E1D6-46C9-8CCF-84419AC3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9E5A-CABA-487F-AE98-B2464FC9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2CFD-82A6-4E60-9FAC-3680A827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1E37-CA26-4C91-BC94-19E402DA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769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90AE-3661-46FF-922D-ABDF4375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F269-6879-4ADA-9D67-9E61D80B2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A5392-70F7-40A0-9BEE-B9444E872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528DA-CEFD-432F-AA8E-973376EC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3101E-6DA9-4BB5-9C62-2B1B2744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6AD3F-0FA4-4FCD-8CF4-4BDCE746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3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3579-C57E-4CAA-AE08-EB0A27A3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1D69-90B6-45FB-94AB-78DB03F3A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BE15-19F6-4503-9F69-560255ABA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814A9-0046-41AA-B0C8-B67727100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53427-75E0-4324-B2A0-9259E9FCC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802DE-660F-4CF9-9FB9-B17917E9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EBBB8-E47D-430F-9694-B04E4DF2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CDFF6-B435-4DE5-8E43-DA133CB9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711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C802-82B9-430F-AF07-4FF6DC33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0E669-09D2-43F6-AB7B-3AF5C346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2034F-8122-4D3C-9EE0-617A3CB1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3B17-ABDA-424E-B102-D92D2E37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47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70F9B-27B6-443F-B7CA-4AA7FA88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37043-2389-4029-A3C5-07CF5B37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FBE5-75A1-478E-A662-031990DD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405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C8C0-3C08-4F40-B4CC-4CAACC3D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38F9-DD32-4429-9398-92DA6F73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61104-CDD8-4454-9187-784049A2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27858-962C-47B3-B661-43660206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DB0A0-7EEA-4508-8126-53163955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EBA5E-D2E0-4970-BD47-4AF19F43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855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0DDF-7003-4C1A-BB44-664272A1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AFDAF-27B1-41D4-96EE-1D6D1809E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3798E-E3BF-427A-93E2-A4CB842E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8CE11-06D0-4C84-88D7-842A952C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6E090-6FA5-4A71-A070-BD7C0FA4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01E9-BA6C-4C44-976B-36BBE214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973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DC4A-48E1-4894-AB0F-ECF189B6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79AF-2F79-4289-82BE-ACF7331C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497E-6F32-4A3E-9631-9FEF4E3F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B876-23CE-485F-91A5-93B0D7B5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3A67-2B2D-4782-A5FC-1558D362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928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65FEE-76CC-4626-9E2D-08E2AE5A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FEE0C-F39F-4476-BD95-0A51C0063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ECEB6-F803-4EE6-BD88-E0B64245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1313F-8991-4909-8B90-68DAAE9B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8196E-9AEE-4266-A151-D305A5D8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1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www.northsouth.edu/newassets/images/nsu-photo/logo-4.png"/>
          <p:cNvPicPr/>
          <p:nvPr/>
        </p:nvPicPr>
        <p:blipFill>
          <a:blip r:embed="rId14"/>
          <a:stretch/>
        </p:blipFill>
        <p:spPr>
          <a:xfrm>
            <a:off x="0" y="0"/>
            <a:ext cx="495000" cy="396000"/>
          </a:xfrm>
          <a:prstGeom prst="rect">
            <a:avLst/>
          </a:prstGeom>
          <a:ln>
            <a:noFill/>
          </a:ln>
        </p:spPr>
      </p:pic>
      <p:sp>
        <p:nvSpPr>
          <p:cNvPr id="8" name="Line 1"/>
          <p:cNvSpPr/>
          <p:nvPr/>
        </p:nvSpPr>
        <p:spPr>
          <a:xfrm flipV="1">
            <a:off x="792720" y="54720"/>
            <a:ext cx="11001600" cy="46080"/>
          </a:xfrm>
          <a:prstGeom prst="line">
            <a:avLst/>
          </a:prstGeom>
          <a:ln w="190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strike="noStrike" spc="-1">
                <a:solidFill>
                  <a:srgbClr val="00206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C89FF3-F287-463E-B9E0-2CA80902EE54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4/5/26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DACB3908-3EF1-4FA9-B279-E4382CF2900C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C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C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2" descr="http://www.northsouth.edu/newassets/images/nsu-photo/logo-4.png"/>
          <p:cNvPicPr/>
          <p:nvPr/>
        </p:nvPicPr>
        <p:blipFill>
          <a:blip r:embed="rId15"/>
          <a:stretch/>
        </p:blipFill>
        <p:spPr>
          <a:xfrm>
            <a:off x="0" y="0"/>
            <a:ext cx="495000" cy="396000"/>
          </a:xfrm>
          <a:prstGeom prst="rect">
            <a:avLst/>
          </a:prstGeom>
          <a:ln>
            <a:noFill/>
          </a:ln>
        </p:spPr>
      </p:pic>
      <p:sp>
        <p:nvSpPr>
          <p:cNvPr id="44" name="Line 1"/>
          <p:cNvSpPr/>
          <p:nvPr/>
        </p:nvSpPr>
        <p:spPr>
          <a:xfrm flipV="1">
            <a:off x="792720" y="54720"/>
            <a:ext cx="11001600" cy="46080"/>
          </a:xfrm>
          <a:prstGeom prst="line">
            <a:avLst/>
          </a:prstGeom>
          <a:ln w="1908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5240" cy="5252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85800" y="1119240"/>
            <a:ext cx="11320200" cy="52369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Second level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FFC000"/>
                </a:solidFill>
                <a:latin typeface="Calibri"/>
              </a:rPr>
              <a:t>Third level</a:t>
            </a:r>
            <a:endParaRPr lang="en-US" sz="2000" b="0" strike="noStrike" spc="-1">
              <a:solidFill>
                <a:srgbClr val="C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C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C00000"/>
                </a:solidFill>
                <a:latin typeface="Calibri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CCE3777-C975-48F3-92B7-6D1EE36D680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4/5/26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B633C353-E8BE-4FF9-9203-94AB0FF140AD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6DC07-5C6F-43AF-978F-0F0AF831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E598-D0A2-47D2-BE89-F4EA0A3D2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1382D-D076-4FF0-AD6E-A6E4C421B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EE21-E937-4C45-8E3F-E4D607BF6CD6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047A-B6F8-4C3E-B8BF-24884C78A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5F2E0-67EC-4657-BD17-E180039DB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http://www.northsouth.edu/newassets/images/nsu-photo/logo-4.png">
            <a:extLst>
              <a:ext uri="{FF2B5EF4-FFF2-40B4-BE49-F238E27FC236}">
                <a16:creationId xmlns:a16="http://schemas.microsoft.com/office/drawing/2014/main" id="{BC78909E-CBD6-46C2-8213-EF399003A3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95300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36E5F5-5DCD-4E9C-8D7C-D19E489A294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958" y="54768"/>
            <a:ext cx="11001375" cy="46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8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none" spc="0">
          <a:ln w="0"/>
          <a:solidFill>
            <a:srgbClr val="002060"/>
          </a:solidFill>
          <a:effectLst>
            <a:outerShdw blurRad="38100" dist="25400" dir="5400000" algn="ctr" rotWithShape="0">
              <a:srgbClr val="6E747A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C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.png"/><Relationship Id="rId21" Type="http://schemas.openxmlformats.org/officeDocument/2006/relationships/customXml" Target="../ink/ink10.xml"/><Relationship Id="rId42" Type="http://schemas.openxmlformats.org/officeDocument/2006/relationships/image" Target="../media/image24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7.png"/><Relationship Id="rId84" Type="http://schemas.openxmlformats.org/officeDocument/2006/relationships/image" Target="../media/image45.png"/><Relationship Id="rId89" Type="http://schemas.openxmlformats.org/officeDocument/2006/relationships/customXml" Target="../ink/ink44.xml"/><Relationship Id="rId16" Type="http://schemas.openxmlformats.org/officeDocument/2006/relationships/image" Target="../media/image11.png"/><Relationship Id="rId11" Type="http://schemas.openxmlformats.org/officeDocument/2006/relationships/customXml" Target="../ink/ink5.xml"/><Relationship Id="rId32" Type="http://schemas.openxmlformats.org/officeDocument/2006/relationships/image" Target="../media/image19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2.png"/><Relationship Id="rId74" Type="http://schemas.openxmlformats.org/officeDocument/2006/relationships/image" Target="../media/image40.png"/><Relationship Id="rId79" Type="http://schemas.openxmlformats.org/officeDocument/2006/relationships/customXml" Target="../ink/ink39.xml"/><Relationship Id="rId102" Type="http://schemas.openxmlformats.org/officeDocument/2006/relationships/image" Target="../media/image54.png"/><Relationship Id="rId5" Type="http://schemas.openxmlformats.org/officeDocument/2006/relationships/customXml" Target="../ink/ink2.xml"/><Relationship Id="rId90" Type="http://schemas.openxmlformats.org/officeDocument/2006/relationships/image" Target="../media/image48.png"/><Relationship Id="rId95" Type="http://schemas.openxmlformats.org/officeDocument/2006/relationships/customXml" Target="../ink/ink47.xml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7.png"/><Relationship Id="rId64" Type="http://schemas.openxmlformats.org/officeDocument/2006/relationships/image" Target="../media/image35.png"/><Relationship Id="rId69" Type="http://schemas.openxmlformats.org/officeDocument/2006/relationships/customXml" Target="../ink/ink34.xml"/><Relationship Id="rId80" Type="http://schemas.openxmlformats.org/officeDocument/2006/relationships/image" Target="../media/image43.png"/><Relationship Id="rId85" Type="http://schemas.openxmlformats.org/officeDocument/2006/relationships/customXml" Target="../ink/ink42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2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20" Type="http://schemas.openxmlformats.org/officeDocument/2006/relationships/image" Target="../media/image13.png"/><Relationship Id="rId41" Type="http://schemas.openxmlformats.org/officeDocument/2006/relationships/customXml" Target="../ink/ink20.xml"/><Relationship Id="rId54" Type="http://schemas.openxmlformats.org/officeDocument/2006/relationships/image" Target="../media/image30.png"/><Relationship Id="rId62" Type="http://schemas.openxmlformats.org/officeDocument/2006/relationships/image" Target="../media/image34.png"/><Relationship Id="rId70" Type="http://schemas.openxmlformats.org/officeDocument/2006/relationships/image" Target="../media/image38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7.png"/><Relationship Id="rId91" Type="http://schemas.openxmlformats.org/officeDocument/2006/relationships/customXml" Target="../ink/ink45.xml"/><Relationship Id="rId96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56.png"/><Relationship Id="rId10" Type="http://schemas.openxmlformats.org/officeDocument/2006/relationships/image" Target="../media/image8.png"/><Relationship Id="rId31" Type="http://schemas.openxmlformats.org/officeDocument/2006/relationships/customXml" Target="../ink/ink15.xml"/><Relationship Id="rId44" Type="http://schemas.openxmlformats.org/officeDocument/2006/relationships/image" Target="../media/image25.png"/><Relationship Id="rId52" Type="http://schemas.openxmlformats.org/officeDocument/2006/relationships/image" Target="../media/image29.png"/><Relationship Id="rId60" Type="http://schemas.openxmlformats.org/officeDocument/2006/relationships/image" Target="../media/image33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2.png"/><Relationship Id="rId81" Type="http://schemas.openxmlformats.org/officeDocument/2006/relationships/customXml" Target="../ink/ink40.xml"/><Relationship Id="rId86" Type="http://schemas.openxmlformats.org/officeDocument/2006/relationships/image" Target="../media/image46.png"/><Relationship Id="rId94" Type="http://schemas.openxmlformats.org/officeDocument/2006/relationships/image" Target="../media/image50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39" Type="http://schemas.openxmlformats.org/officeDocument/2006/relationships/customXml" Target="../ink/ink19.xml"/><Relationship Id="rId34" Type="http://schemas.openxmlformats.org/officeDocument/2006/relationships/image" Target="../media/image20.png"/><Relationship Id="rId50" Type="http://schemas.openxmlformats.org/officeDocument/2006/relationships/image" Target="../media/image28.png"/><Relationship Id="rId55" Type="http://schemas.openxmlformats.org/officeDocument/2006/relationships/customXml" Target="../ink/ink27.xml"/><Relationship Id="rId76" Type="http://schemas.openxmlformats.org/officeDocument/2006/relationships/image" Target="../media/image41.png"/><Relationship Id="rId97" Type="http://schemas.openxmlformats.org/officeDocument/2006/relationships/customXml" Target="../ink/ink48.xml"/><Relationship Id="rId104" Type="http://schemas.openxmlformats.org/officeDocument/2006/relationships/image" Target="../media/image55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9.png"/><Relationship Id="rId2" Type="http://schemas.openxmlformats.org/officeDocument/2006/relationships/image" Target="../media/image4.png"/><Relationship Id="rId29" Type="http://schemas.openxmlformats.org/officeDocument/2006/relationships/customXml" Target="../ink/ink14.xml"/><Relationship Id="rId24" Type="http://schemas.openxmlformats.org/officeDocument/2006/relationships/image" Target="../media/image15.png"/><Relationship Id="rId40" Type="http://schemas.openxmlformats.org/officeDocument/2006/relationships/image" Target="../media/image23.png"/><Relationship Id="rId45" Type="http://schemas.openxmlformats.org/officeDocument/2006/relationships/customXml" Target="../ink/ink22.xml"/><Relationship Id="rId66" Type="http://schemas.openxmlformats.org/officeDocument/2006/relationships/image" Target="../media/image36.png"/><Relationship Id="rId87" Type="http://schemas.openxmlformats.org/officeDocument/2006/relationships/customXml" Target="../ink/ink43.xml"/><Relationship Id="rId61" Type="http://schemas.openxmlformats.org/officeDocument/2006/relationships/customXml" Target="../ink/ink30.xml"/><Relationship Id="rId82" Type="http://schemas.openxmlformats.org/officeDocument/2006/relationships/image" Target="../media/image44.png"/><Relationship Id="rId19" Type="http://schemas.openxmlformats.org/officeDocument/2006/relationships/customXml" Target="../ink/ink9.xml"/><Relationship Id="rId14" Type="http://schemas.openxmlformats.org/officeDocument/2006/relationships/image" Target="../media/image10.png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56" Type="http://schemas.openxmlformats.org/officeDocument/2006/relationships/image" Target="../media/image31.png"/><Relationship Id="rId77" Type="http://schemas.openxmlformats.org/officeDocument/2006/relationships/customXml" Target="../ink/ink38.xml"/><Relationship Id="rId100" Type="http://schemas.openxmlformats.org/officeDocument/2006/relationships/image" Target="../media/image53.png"/><Relationship Id="rId105" Type="http://schemas.openxmlformats.org/officeDocument/2006/relationships/customXml" Target="../ink/ink52.xml"/><Relationship Id="rId8" Type="http://schemas.openxmlformats.org/officeDocument/2006/relationships/image" Target="../media/image7.png"/><Relationship Id="rId51" Type="http://schemas.openxmlformats.org/officeDocument/2006/relationships/customXml" Target="../ink/ink25.xml"/><Relationship Id="rId72" Type="http://schemas.openxmlformats.org/officeDocument/2006/relationships/image" Target="../media/image39.png"/><Relationship Id="rId93" Type="http://schemas.openxmlformats.org/officeDocument/2006/relationships/customXml" Target="../ink/ink46.xml"/><Relationship Id="rId98" Type="http://schemas.openxmlformats.org/officeDocument/2006/relationships/image" Target="../media/image52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6.png"/><Relationship Id="rId67" Type="http://schemas.openxmlformats.org/officeDocument/2006/relationships/customXml" Target="../ink/ink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9.png"/><Relationship Id="rId4" Type="http://schemas.openxmlformats.org/officeDocument/2006/relationships/customXml" Target="../ink/ink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5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0.png"/><Relationship Id="rId5" Type="http://schemas.openxmlformats.org/officeDocument/2006/relationships/customXml" Target="../ink/ink56.xml"/><Relationship Id="rId4" Type="http://schemas.openxmlformats.org/officeDocument/2006/relationships/image" Target="../media/image13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customXml" Target="../ink/ink62.xml"/><Relationship Id="rId3" Type="http://schemas.openxmlformats.org/officeDocument/2006/relationships/customXml" Target="../ink/ink57.xml"/><Relationship Id="rId7" Type="http://schemas.openxmlformats.org/officeDocument/2006/relationships/customXml" Target="../ink/ink59.xml"/><Relationship Id="rId12" Type="http://schemas.openxmlformats.org/officeDocument/2006/relationships/image" Target="../media/image200.png"/><Relationship Id="rId2" Type="http://schemas.openxmlformats.org/officeDocument/2006/relationships/image" Target="../media/image67.png"/><Relationship Id="rId16" Type="http://schemas.openxmlformats.org/officeDocument/2006/relationships/image" Target="../media/image2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0.png"/><Relationship Id="rId11" Type="http://schemas.openxmlformats.org/officeDocument/2006/relationships/customXml" Target="../ink/ink61.xml"/><Relationship Id="rId5" Type="http://schemas.openxmlformats.org/officeDocument/2006/relationships/customXml" Target="../ink/ink58.xml"/><Relationship Id="rId15" Type="http://schemas.openxmlformats.org/officeDocument/2006/relationships/customXml" Target="../ink/ink63.xml"/><Relationship Id="rId10" Type="http://schemas.openxmlformats.org/officeDocument/2006/relationships/image" Target="../media/image190.png"/><Relationship Id="rId4" Type="http://schemas.openxmlformats.org/officeDocument/2006/relationships/image" Target="../media/image160.png"/><Relationship Id="rId9" Type="http://schemas.openxmlformats.org/officeDocument/2006/relationships/customXml" Target="../ink/ink60.xml"/><Relationship Id="rId14" Type="http://schemas.openxmlformats.org/officeDocument/2006/relationships/image" Target="../media/image2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26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65.xml"/><Relationship Id="rId5" Type="http://schemas.openxmlformats.org/officeDocument/2006/relationships/image" Target="../media/image250.png"/><Relationship Id="rId4" Type="http://schemas.openxmlformats.org/officeDocument/2006/relationships/customXml" Target="../ink/ink6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customXml" Target="../ink/ink66.xml"/><Relationship Id="rId7" Type="http://schemas.openxmlformats.org/officeDocument/2006/relationships/customXml" Target="../ink/ink68.xml"/><Relationship Id="rId12" Type="http://schemas.openxmlformats.org/officeDocument/2006/relationships/image" Target="../media/image32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0.png"/><Relationship Id="rId11" Type="http://schemas.openxmlformats.org/officeDocument/2006/relationships/customXml" Target="../ink/ink70.xml"/><Relationship Id="rId5" Type="http://schemas.openxmlformats.org/officeDocument/2006/relationships/customXml" Target="../ink/ink67.xml"/><Relationship Id="rId10" Type="http://schemas.openxmlformats.org/officeDocument/2006/relationships/image" Target="../media/image310.png"/><Relationship Id="rId4" Type="http://schemas.openxmlformats.org/officeDocument/2006/relationships/image" Target="../media/image280.png"/><Relationship Id="rId9" Type="http://schemas.openxmlformats.org/officeDocument/2006/relationships/customXml" Target="../ink/ink6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1.xm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customXml" Target="../ink/ink77.xml"/><Relationship Id="rId18" Type="http://schemas.openxmlformats.org/officeDocument/2006/relationships/image" Target="../media/image81.png"/><Relationship Id="rId3" Type="http://schemas.openxmlformats.org/officeDocument/2006/relationships/customXml" Target="../ink/ink72.xml"/><Relationship Id="rId7" Type="http://schemas.openxmlformats.org/officeDocument/2006/relationships/customXml" Target="../ink/ink74.xml"/><Relationship Id="rId12" Type="http://schemas.openxmlformats.org/officeDocument/2006/relationships/image" Target="../media/image78.png"/><Relationship Id="rId17" Type="http://schemas.openxmlformats.org/officeDocument/2006/relationships/customXml" Target="../ink/ink79.xml"/><Relationship Id="rId2" Type="http://schemas.openxmlformats.org/officeDocument/2006/relationships/image" Target="../media/image74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.png"/><Relationship Id="rId11" Type="http://schemas.openxmlformats.org/officeDocument/2006/relationships/customXml" Target="../ink/ink76.xml"/><Relationship Id="rId5" Type="http://schemas.openxmlformats.org/officeDocument/2006/relationships/customXml" Target="../ink/ink73.xml"/><Relationship Id="rId15" Type="http://schemas.openxmlformats.org/officeDocument/2006/relationships/customXml" Target="../ink/ink78.xml"/><Relationship Id="rId10" Type="http://schemas.openxmlformats.org/officeDocument/2006/relationships/image" Target="../media/image77.png"/><Relationship Id="rId4" Type="http://schemas.openxmlformats.org/officeDocument/2006/relationships/image" Target="../media/image380.png"/><Relationship Id="rId9" Type="http://schemas.openxmlformats.org/officeDocument/2006/relationships/customXml" Target="../ink/ink75.xml"/><Relationship Id="rId14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customXml" Target="../ink/ink80.xml"/><Relationship Id="rId7" Type="http://schemas.openxmlformats.org/officeDocument/2006/relationships/customXml" Target="../ink/ink82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10.png"/><Relationship Id="rId5" Type="http://schemas.openxmlformats.org/officeDocument/2006/relationships/customXml" Target="../ink/ink81.xml"/><Relationship Id="rId4" Type="http://schemas.openxmlformats.org/officeDocument/2006/relationships/image" Target="../media/image4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13" Type="http://schemas.openxmlformats.org/officeDocument/2006/relationships/customXml" Target="../ink/ink88.xml"/><Relationship Id="rId18" Type="http://schemas.openxmlformats.org/officeDocument/2006/relationships/image" Target="../media/image510.png"/><Relationship Id="rId3" Type="http://schemas.openxmlformats.org/officeDocument/2006/relationships/customXml" Target="../ink/ink83.xml"/><Relationship Id="rId21" Type="http://schemas.openxmlformats.org/officeDocument/2006/relationships/customXml" Target="../ink/ink92.xml"/><Relationship Id="rId7" Type="http://schemas.openxmlformats.org/officeDocument/2006/relationships/customXml" Target="../ink/ink85.xml"/><Relationship Id="rId12" Type="http://schemas.openxmlformats.org/officeDocument/2006/relationships/image" Target="../media/image480.png"/><Relationship Id="rId17" Type="http://schemas.openxmlformats.org/officeDocument/2006/relationships/customXml" Target="../ink/ink90.xml"/><Relationship Id="rId2" Type="http://schemas.openxmlformats.org/officeDocument/2006/relationships/image" Target="../media/image83.png"/><Relationship Id="rId16" Type="http://schemas.openxmlformats.org/officeDocument/2006/relationships/image" Target="../media/image500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0.png"/><Relationship Id="rId11" Type="http://schemas.openxmlformats.org/officeDocument/2006/relationships/customXml" Target="../ink/ink87.xml"/><Relationship Id="rId5" Type="http://schemas.openxmlformats.org/officeDocument/2006/relationships/customXml" Target="../ink/ink84.xml"/><Relationship Id="rId15" Type="http://schemas.openxmlformats.org/officeDocument/2006/relationships/customXml" Target="../ink/ink89.xml"/><Relationship Id="rId10" Type="http://schemas.openxmlformats.org/officeDocument/2006/relationships/image" Target="../media/image470.png"/><Relationship Id="rId19" Type="http://schemas.openxmlformats.org/officeDocument/2006/relationships/customXml" Target="../ink/ink91.xml"/><Relationship Id="rId4" Type="http://schemas.openxmlformats.org/officeDocument/2006/relationships/image" Target="../media/image440.png"/><Relationship Id="rId9" Type="http://schemas.openxmlformats.org/officeDocument/2006/relationships/customXml" Target="../ink/ink86.xml"/><Relationship Id="rId14" Type="http://schemas.openxmlformats.org/officeDocument/2006/relationships/image" Target="../media/image490.png"/><Relationship Id="rId22" Type="http://schemas.openxmlformats.org/officeDocument/2006/relationships/image" Target="../media/image53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customXml" Target="../ink/ink98.xml"/><Relationship Id="rId18" Type="http://schemas.openxmlformats.org/officeDocument/2006/relationships/image" Target="../media/image620.png"/><Relationship Id="rId3" Type="http://schemas.openxmlformats.org/officeDocument/2006/relationships/customXml" Target="../ink/ink93.xml"/><Relationship Id="rId21" Type="http://schemas.openxmlformats.org/officeDocument/2006/relationships/customXml" Target="../ink/ink102.xml"/><Relationship Id="rId7" Type="http://schemas.openxmlformats.org/officeDocument/2006/relationships/customXml" Target="../ink/ink95.xml"/><Relationship Id="rId12" Type="http://schemas.openxmlformats.org/officeDocument/2006/relationships/image" Target="../media/image590.png"/><Relationship Id="rId17" Type="http://schemas.openxmlformats.org/officeDocument/2006/relationships/customXml" Target="../ink/ink100.xml"/><Relationship Id="rId2" Type="http://schemas.openxmlformats.org/officeDocument/2006/relationships/image" Target="../media/image84.png"/><Relationship Id="rId16" Type="http://schemas.openxmlformats.org/officeDocument/2006/relationships/image" Target="../media/image610.png"/><Relationship Id="rId20" Type="http://schemas.openxmlformats.org/officeDocument/2006/relationships/image" Target="../media/image630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60.png"/><Relationship Id="rId11" Type="http://schemas.openxmlformats.org/officeDocument/2006/relationships/customXml" Target="../ink/ink97.xml"/><Relationship Id="rId5" Type="http://schemas.openxmlformats.org/officeDocument/2006/relationships/customXml" Target="../ink/ink94.xml"/><Relationship Id="rId15" Type="http://schemas.openxmlformats.org/officeDocument/2006/relationships/customXml" Target="../ink/ink99.xml"/><Relationship Id="rId10" Type="http://schemas.openxmlformats.org/officeDocument/2006/relationships/image" Target="../media/image580.png"/><Relationship Id="rId19" Type="http://schemas.openxmlformats.org/officeDocument/2006/relationships/customXml" Target="../ink/ink101.xml"/><Relationship Id="rId4" Type="http://schemas.openxmlformats.org/officeDocument/2006/relationships/image" Target="../media/image550.png"/><Relationship Id="rId9" Type="http://schemas.openxmlformats.org/officeDocument/2006/relationships/customXml" Target="../ink/ink96.xml"/><Relationship Id="rId14" Type="http://schemas.openxmlformats.org/officeDocument/2006/relationships/image" Target="../media/image600.png"/><Relationship Id="rId22" Type="http://schemas.openxmlformats.org/officeDocument/2006/relationships/image" Target="../media/image64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customXml" Target="../ink/ink108.xml"/><Relationship Id="rId18" Type="http://schemas.openxmlformats.org/officeDocument/2006/relationships/image" Target="../media/image87.png"/><Relationship Id="rId26" Type="http://schemas.openxmlformats.org/officeDocument/2006/relationships/image" Target="../media/image91.png"/><Relationship Id="rId3" Type="http://schemas.openxmlformats.org/officeDocument/2006/relationships/customXml" Target="../ink/ink103.xml"/><Relationship Id="rId21" Type="http://schemas.openxmlformats.org/officeDocument/2006/relationships/customXml" Target="../ink/ink112.xml"/><Relationship Id="rId7" Type="http://schemas.openxmlformats.org/officeDocument/2006/relationships/customXml" Target="../ink/ink105.xml"/><Relationship Id="rId12" Type="http://schemas.openxmlformats.org/officeDocument/2006/relationships/image" Target="../media/image700.png"/><Relationship Id="rId17" Type="http://schemas.openxmlformats.org/officeDocument/2006/relationships/customXml" Target="../ink/ink110.xml"/><Relationship Id="rId25" Type="http://schemas.openxmlformats.org/officeDocument/2006/relationships/customXml" Target="../ink/ink114.xml"/><Relationship Id="rId2" Type="http://schemas.openxmlformats.org/officeDocument/2006/relationships/image" Target="../media/image85.png"/><Relationship Id="rId16" Type="http://schemas.openxmlformats.org/officeDocument/2006/relationships/image" Target="../media/image86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70.png"/><Relationship Id="rId11" Type="http://schemas.openxmlformats.org/officeDocument/2006/relationships/customXml" Target="../ink/ink107.xml"/><Relationship Id="rId24" Type="http://schemas.openxmlformats.org/officeDocument/2006/relationships/image" Target="../media/image90.png"/><Relationship Id="rId5" Type="http://schemas.openxmlformats.org/officeDocument/2006/relationships/customXml" Target="../ink/ink104.xml"/><Relationship Id="rId15" Type="http://schemas.openxmlformats.org/officeDocument/2006/relationships/customXml" Target="../ink/ink109.xml"/><Relationship Id="rId23" Type="http://schemas.openxmlformats.org/officeDocument/2006/relationships/customXml" Target="../ink/ink113.xml"/><Relationship Id="rId10" Type="http://schemas.openxmlformats.org/officeDocument/2006/relationships/image" Target="../media/image690.png"/><Relationship Id="rId19" Type="http://schemas.openxmlformats.org/officeDocument/2006/relationships/customXml" Target="../ink/ink111.xml"/><Relationship Id="rId4" Type="http://schemas.openxmlformats.org/officeDocument/2006/relationships/image" Target="../media/image660.png"/><Relationship Id="rId9" Type="http://schemas.openxmlformats.org/officeDocument/2006/relationships/customXml" Target="../ink/ink106.xml"/><Relationship Id="rId14" Type="http://schemas.openxmlformats.org/officeDocument/2006/relationships/image" Target="../media/image710.png"/><Relationship Id="rId22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3" Type="http://schemas.openxmlformats.org/officeDocument/2006/relationships/customXml" Target="../ink/ink115.xml"/><Relationship Id="rId7" Type="http://schemas.openxmlformats.org/officeDocument/2006/relationships/customXml" Target="../ink/ink117.xm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40.png"/><Relationship Id="rId5" Type="http://schemas.openxmlformats.org/officeDocument/2006/relationships/customXml" Target="../ink/ink116.xml"/><Relationship Id="rId4" Type="http://schemas.openxmlformats.org/officeDocument/2006/relationships/image" Target="../media/image73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0.png"/><Relationship Id="rId3" Type="http://schemas.openxmlformats.org/officeDocument/2006/relationships/customXml" Target="../ink/ink118.xml"/><Relationship Id="rId7" Type="http://schemas.openxmlformats.org/officeDocument/2006/relationships/customXml" Target="../ink/ink120.xml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80.png"/><Relationship Id="rId5" Type="http://schemas.openxmlformats.org/officeDocument/2006/relationships/customXml" Target="../ink/ink119.xml"/><Relationship Id="rId10" Type="http://schemas.openxmlformats.org/officeDocument/2006/relationships/image" Target="../media/image800.png"/><Relationship Id="rId4" Type="http://schemas.openxmlformats.org/officeDocument/2006/relationships/image" Target="../media/image770.png"/><Relationship Id="rId9" Type="http://schemas.openxmlformats.org/officeDocument/2006/relationships/customXml" Target="../ink/ink12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2.xm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8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6.xml"/><Relationship Id="rId3" Type="http://schemas.openxmlformats.org/officeDocument/2006/relationships/image" Target="../media/image830.png"/><Relationship Id="rId7" Type="http://schemas.openxmlformats.org/officeDocument/2006/relationships/image" Target="../media/image850.png"/><Relationship Id="rId2" Type="http://schemas.openxmlformats.org/officeDocument/2006/relationships/customXml" Target="../ink/ink123.xml"/><Relationship Id="rId1" Type="http://schemas.openxmlformats.org/officeDocument/2006/relationships/slideLayout" Target="../slideLayouts/slideLayout27.xml"/><Relationship Id="rId6" Type="http://schemas.openxmlformats.org/officeDocument/2006/relationships/customXml" Target="../ink/ink125.xml"/><Relationship Id="rId5" Type="http://schemas.openxmlformats.org/officeDocument/2006/relationships/image" Target="../media/image840.png"/><Relationship Id="rId4" Type="http://schemas.openxmlformats.org/officeDocument/2006/relationships/customXml" Target="../ink/ink124.xml"/><Relationship Id="rId9" Type="http://schemas.openxmlformats.org/officeDocument/2006/relationships/image" Target="../media/image86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1523880" y="2245680"/>
            <a:ext cx="9143640" cy="15642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b="1" strike="noStrike" spc="-1">
                <a:solidFill>
                  <a:srgbClr val="002060"/>
                </a:solidFill>
                <a:latin typeface="Calibri Light"/>
              </a:rPr>
              <a:t>CSE 465</a:t>
            </a:r>
            <a:br>
              <a:rPr/>
            </a:br>
            <a:r>
              <a:rPr lang="en-US" sz="4800" b="1" strike="noStrike" spc="-1">
                <a:solidFill>
                  <a:srgbClr val="002060"/>
                </a:solidFill>
                <a:latin typeface="Calibri Light"/>
              </a:rPr>
              <a:t>Lecture </a:t>
            </a:r>
            <a:r>
              <a:rPr lang="en-US" sz="4800" b="1" spc="-1">
                <a:solidFill>
                  <a:srgbClr val="002060"/>
                </a:solidFill>
                <a:latin typeface="Calibri Light"/>
              </a:rPr>
              <a:t>8</a:t>
            </a:r>
            <a:endParaRPr lang="en-US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1523880" y="3947040"/>
            <a:ext cx="9143640" cy="5724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70C0"/>
                </a:solidFill>
                <a:latin typeface="Calibri"/>
              </a:rPr>
              <a:t>CNN Architectures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0" y="0"/>
            <a:ext cx="5920200" cy="2130480"/>
          </a:xfrm>
          <a:custGeom>
            <a:avLst/>
            <a:gdLst/>
            <a:ahLst/>
            <a:cxnLst/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9" name="CustomShape 4"/>
          <p:cNvSpPr/>
          <p:nvPr/>
        </p:nvSpPr>
        <p:spPr>
          <a:xfrm>
            <a:off x="5097960" y="0"/>
            <a:ext cx="7093800" cy="2130480"/>
          </a:xfrm>
          <a:custGeom>
            <a:avLst/>
            <a:gdLst/>
            <a:ahLst/>
            <a:cxnLst/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0" name="CustomShape 5"/>
          <p:cNvSpPr/>
          <p:nvPr/>
        </p:nvSpPr>
        <p:spPr>
          <a:xfrm flipH="1">
            <a:off x="6149880" y="4682880"/>
            <a:ext cx="4522320" cy="2174760"/>
          </a:xfrm>
          <a:custGeom>
            <a:avLst/>
            <a:gdLst/>
            <a:ahLst/>
            <a:cxnLst/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1" name="CustomShape 6"/>
          <p:cNvSpPr/>
          <p:nvPr/>
        </p:nvSpPr>
        <p:spPr>
          <a:xfrm>
            <a:off x="6266880" y="4682880"/>
            <a:ext cx="5924880" cy="2174760"/>
          </a:xfrm>
          <a:custGeom>
            <a:avLst/>
            <a:gdLst/>
            <a:ahLst/>
            <a:cxnLst/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2" name="CustomShape 7"/>
          <p:cNvSpPr/>
          <p:nvPr/>
        </p:nvSpPr>
        <p:spPr>
          <a:xfrm>
            <a:off x="0" y="4682880"/>
            <a:ext cx="7114320" cy="2174760"/>
          </a:xfrm>
          <a:custGeom>
            <a:avLst/>
            <a:gdLst/>
            <a:ahLst/>
            <a:cxnLst/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LeNet-5 (1998)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0" name="Picture 3"/>
          <p:cNvPicPr/>
          <p:nvPr/>
        </p:nvPicPr>
        <p:blipFill>
          <a:blip r:embed="rId2"/>
          <a:stretch/>
        </p:blipFill>
        <p:spPr>
          <a:xfrm>
            <a:off x="654480" y="1522080"/>
            <a:ext cx="10882800" cy="3140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LeNet-5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By modern standards, LeNet-5 is a very simple network</a:t>
            </a:r>
            <a:endParaRPr lang="en-US"/>
          </a:p>
          <a:p>
            <a:pPr marL="685800" lvl="1" indent="-227965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It only has 7 layers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1143000" lvl="2" indent="-227965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lang="en-US" sz="2000" spc="-1">
                <a:solidFill>
                  <a:srgbClr val="FFC000"/>
                </a:solidFill>
                <a:latin typeface="Calibri"/>
              </a:rPr>
              <a:t>3</a:t>
            </a:r>
            <a:r>
              <a:rPr lang="en-US" sz="2000" b="0" strike="noStrike" spc="-1">
                <a:solidFill>
                  <a:srgbClr val="FFC000"/>
                </a:solidFill>
                <a:latin typeface="Calibri"/>
              </a:rPr>
              <a:t> convolutional layers (C1, C3, C5) </a:t>
            </a:r>
            <a:endParaRPr lang="en-US" sz="2000" b="0" strike="noStrike" spc="-1">
              <a:solidFill>
                <a:srgbClr val="C00000"/>
              </a:solidFill>
              <a:latin typeface="Calibri"/>
            </a:endParaRPr>
          </a:p>
          <a:p>
            <a:pPr marL="1143000" lvl="2" indent="-227965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FFC000"/>
                </a:solidFill>
                <a:latin typeface="Calibri"/>
              </a:rPr>
              <a:t>2 sub-sampling (pooling) layers (S2 and S4)</a:t>
            </a:r>
            <a:endParaRPr lang="en-US" sz="2000" b="0" strike="noStrike" spc="-1">
              <a:solidFill>
                <a:srgbClr val="C00000"/>
              </a:solidFill>
              <a:latin typeface="Calibri"/>
            </a:endParaRPr>
          </a:p>
          <a:p>
            <a:pPr marL="1143000" lvl="2" indent="-227965">
              <a:lnSpc>
                <a:spcPct val="90000"/>
              </a:lnSpc>
              <a:spcBef>
                <a:spcPts val="499"/>
              </a:spcBef>
              <a:buClr>
                <a:srgbClr val="FFC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FFC000"/>
                </a:solidFill>
                <a:latin typeface="Calibri"/>
              </a:rPr>
              <a:t>2 fully connected layer (F6) followed by the output layer </a:t>
            </a:r>
            <a:endParaRPr lang="en-US" sz="2000" b="0" strike="noStrike" spc="-1">
              <a:solidFill>
                <a:srgbClr val="C00000"/>
              </a:solidFill>
              <a:latin typeface="Calibri"/>
            </a:endParaRPr>
          </a:p>
          <a:p>
            <a:pPr marL="685800" lvl="1" indent="-227965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Convolutional layers use 5 by 5 convolutions with stride 1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7965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Sub-sampling layers are 2 by 2 average pooling layers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7965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Tanh activations are used throughout the network</a:t>
            </a:r>
            <a:br>
              <a:rPr/>
            </a:b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 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773B-96D7-18F9-66EB-04D48298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-1">
                <a:solidFill>
                  <a:srgbClr val="002060"/>
                </a:solidFill>
                <a:latin typeface="Calibri Light"/>
              </a:rPr>
              <a:t>LeNet-5 Architecture Details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B71F7-2D6A-7172-A71E-CDED9AF21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93" y="1424808"/>
            <a:ext cx="8902613" cy="438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LeNet-5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Individual convolutional kernels in the layer C3 do not use all the features produced by the layer S2, which is very unusual by today’s standard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Reason for that is to make the network less computationally demanding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Another reason was to make convolutional kernels learn different patterns. This makes perfect sense: if different kernels receive different inputs, they will learn different patterns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LeNet-5 was able to achieve error rate below 1% on the MNIST data set, which was very close to the state of the art at the time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Around 60K parameters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1230480" y="9144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AlexNet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504000" y="5330160"/>
            <a:ext cx="11410920" cy="1796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457200" indent="-456840">
              <a:lnSpc>
                <a:spcPct val="100000"/>
              </a:lnSpc>
              <a:buClr>
                <a:srgbClr val="00B05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B050"/>
                </a:solidFill>
                <a:latin typeface="Calibri"/>
              </a:rPr>
              <a:t>It contains 5 convolutional layers and 3 fully connected layers</a:t>
            </a:r>
            <a:endParaRPr lang="en-US" sz="2800" b="0" strike="noStrike" spc="-1">
              <a:latin typeface="Arial"/>
            </a:endParaRPr>
          </a:p>
          <a:p>
            <a:pPr marL="457200" indent="-456840">
              <a:lnSpc>
                <a:spcPct val="100000"/>
              </a:lnSpc>
              <a:buClr>
                <a:srgbClr val="00B05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B050"/>
                </a:solidFill>
                <a:latin typeface="Calibri"/>
              </a:rPr>
              <a:t>The network has 62.3 million parameters, and needs 1.1 billion computation units in a forward pass</a:t>
            </a:r>
            <a:endParaRPr lang="en-US" sz="2800" b="0" strike="noStrike" spc="-1">
              <a:latin typeface="Arial"/>
            </a:endParaRPr>
          </a:p>
        </p:txBody>
      </p:sp>
      <p:pic>
        <p:nvPicPr>
          <p:cNvPr id="127" name="Picture 2" descr="Image result for alexnet architecture"/>
          <p:cNvPicPr/>
          <p:nvPr/>
        </p:nvPicPr>
        <p:blipFill>
          <a:blip r:embed="rId2"/>
          <a:stretch/>
        </p:blipFill>
        <p:spPr>
          <a:xfrm>
            <a:off x="1440360" y="542880"/>
            <a:ext cx="8756640" cy="49255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C426B15-6D60-04DE-5509-9BF678D29609}"/>
                  </a:ext>
                </a:extLst>
              </p14:cNvPr>
              <p14:cNvContentPartPr/>
              <p14:nvPr/>
            </p14:nvContentPartPr>
            <p14:xfrm>
              <a:off x="4759177" y="2798023"/>
              <a:ext cx="71280" cy="9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C426B15-6D60-04DE-5509-9BF678D296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1617" y="2790463"/>
                <a:ext cx="864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D65A5C1-528A-FD5B-977C-DE20EE62501E}"/>
                  </a:ext>
                </a:extLst>
              </p14:cNvPr>
              <p14:cNvContentPartPr/>
              <p14:nvPr/>
            </p14:nvContentPartPr>
            <p14:xfrm>
              <a:off x="6742057" y="2096383"/>
              <a:ext cx="259560" cy="3330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D65A5C1-528A-FD5B-977C-DE20EE6250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34497" y="2088823"/>
                <a:ext cx="27432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D4AE639-4FD7-4C5B-B054-8EBD4168FF0A}"/>
                  </a:ext>
                </a:extLst>
              </p14:cNvPr>
              <p14:cNvContentPartPr/>
              <p14:nvPr/>
            </p14:nvContentPartPr>
            <p14:xfrm>
              <a:off x="6189097" y="1878583"/>
              <a:ext cx="306720" cy="446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D4AE639-4FD7-4C5B-B054-8EBD4168F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81537" y="1871023"/>
                <a:ext cx="3218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7575CEA-CDDA-1E6C-8F2A-614B78B7D8AC}"/>
                  </a:ext>
                </a:extLst>
              </p14:cNvPr>
              <p14:cNvContentPartPr/>
              <p14:nvPr/>
            </p14:nvContentPartPr>
            <p14:xfrm>
              <a:off x="8395897" y="3743743"/>
              <a:ext cx="75960" cy="7596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7575CEA-CDDA-1E6C-8F2A-614B78B7D8A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88337" y="3736183"/>
                <a:ext cx="910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25BEF28-01D9-732E-E726-EBEE58E4CDDF}"/>
                  </a:ext>
                </a:extLst>
              </p14:cNvPr>
              <p14:cNvContentPartPr/>
              <p14:nvPr/>
            </p14:nvContentPartPr>
            <p14:xfrm>
              <a:off x="8777857" y="5191303"/>
              <a:ext cx="53640" cy="1368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25BEF28-01D9-732E-E726-EBEE58E4CD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70297" y="5183743"/>
                <a:ext cx="687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DDC7AC35-F039-DFBA-20C9-87FF79C1CB9E}"/>
                  </a:ext>
                </a:extLst>
              </p14:cNvPr>
              <p14:cNvContentPartPr/>
              <p14:nvPr/>
            </p14:nvContentPartPr>
            <p14:xfrm>
              <a:off x="8005297" y="3184663"/>
              <a:ext cx="737640" cy="5328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DDC7AC35-F039-DFBA-20C9-87FF79C1CB9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95217" y="3174583"/>
                <a:ext cx="7578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1DA79CEE-BAF7-5A99-3A18-97A955A64A44}"/>
                  </a:ext>
                </a:extLst>
              </p14:cNvPr>
              <p14:cNvContentPartPr/>
              <p14:nvPr/>
            </p14:nvContentPartPr>
            <p14:xfrm>
              <a:off x="9972337" y="1181623"/>
              <a:ext cx="1896480" cy="83088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1DA79CEE-BAF7-5A99-3A18-97A955A64A4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64777" y="1171543"/>
                <a:ext cx="1914120" cy="84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CDD7D536-C4E4-A4B3-5AAE-4109675DF1A5}"/>
                  </a:ext>
                </a:extLst>
              </p14:cNvPr>
              <p14:cNvContentPartPr/>
              <p14:nvPr/>
            </p14:nvContentPartPr>
            <p14:xfrm>
              <a:off x="3089497" y="2669143"/>
              <a:ext cx="3970080" cy="14256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CDD7D536-C4E4-A4B3-5AAE-4109675DF1A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79057" y="2658343"/>
                <a:ext cx="39913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5121FE0A-AF52-808F-AFBA-38E2D66D9CB7}"/>
                  </a:ext>
                </a:extLst>
              </p14:cNvPr>
              <p14:cNvContentPartPr/>
              <p14:nvPr/>
            </p14:nvContentPartPr>
            <p14:xfrm>
              <a:off x="3200737" y="1145983"/>
              <a:ext cx="257760" cy="39564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5121FE0A-AF52-808F-AFBA-38E2D66D9CB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89937" y="1135543"/>
                <a:ext cx="27900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AAB0F9E7-73B0-B2CA-0DCA-AE9E660471BC}"/>
                  </a:ext>
                </a:extLst>
              </p14:cNvPr>
              <p14:cNvContentPartPr/>
              <p14:nvPr/>
            </p14:nvContentPartPr>
            <p14:xfrm>
              <a:off x="3058537" y="1572223"/>
              <a:ext cx="528840" cy="28008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AAB0F9E7-73B0-B2CA-0DCA-AE9E660471B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47737" y="1561783"/>
                <a:ext cx="55008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9100BE38-BC0A-A378-7F0F-DE4E2A2D19A8}"/>
                  </a:ext>
                </a:extLst>
              </p14:cNvPr>
              <p14:cNvContentPartPr/>
              <p14:nvPr/>
            </p14:nvContentPartPr>
            <p14:xfrm>
              <a:off x="3538057" y="635503"/>
              <a:ext cx="923760" cy="44424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9100BE38-BC0A-A378-7F0F-DE4E2A2D19A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27621" y="624703"/>
                <a:ext cx="944992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C69BB9A4-6BDC-3B15-686E-5934DC7CAAF9}"/>
                  </a:ext>
                </a:extLst>
              </p14:cNvPr>
              <p14:cNvContentPartPr/>
              <p14:nvPr/>
            </p14:nvContentPartPr>
            <p14:xfrm>
              <a:off x="2725897" y="1106023"/>
              <a:ext cx="430200" cy="48816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C69BB9A4-6BDC-3B15-686E-5934DC7CAAF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15457" y="1095583"/>
                <a:ext cx="45144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0FD9B338-DDA8-8BEC-993A-A5B175D3DBFE}"/>
                  </a:ext>
                </a:extLst>
              </p14:cNvPr>
              <p14:cNvContentPartPr/>
              <p14:nvPr/>
            </p14:nvContentPartPr>
            <p14:xfrm>
              <a:off x="4408537" y="427063"/>
              <a:ext cx="688680" cy="53712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0FD9B338-DDA8-8BEC-993A-A5B175D3DBF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397737" y="413023"/>
                <a:ext cx="71352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94B47CDC-A6CA-9A52-E3C0-42552849251F}"/>
                  </a:ext>
                </a:extLst>
              </p14:cNvPr>
              <p14:cNvContentPartPr/>
              <p14:nvPr/>
            </p14:nvContentPartPr>
            <p14:xfrm>
              <a:off x="3058537" y="1896583"/>
              <a:ext cx="715320" cy="28008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94B47CDC-A6CA-9A52-E3C0-42552849251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047737" y="1885783"/>
                <a:ext cx="7365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2F4604C7-11F4-1653-4F9B-BE8BFC4FF613}"/>
                  </a:ext>
                </a:extLst>
              </p14:cNvPr>
              <p14:cNvContentPartPr/>
              <p14:nvPr/>
            </p14:nvContentPartPr>
            <p14:xfrm>
              <a:off x="3760177" y="1097023"/>
              <a:ext cx="497880" cy="33804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2F4604C7-11F4-1653-4F9B-BE8BFC4FF61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49377" y="1086572"/>
                <a:ext cx="519120" cy="359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14F38E38-9C63-69D7-0326-AEB5A262FF26}"/>
                  </a:ext>
                </a:extLst>
              </p14:cNvPr>
              <p14:cNvContentPartPr/>
              <p14:nvPr/>
            </p14:nvContentPartPr>
            <p14:xfrm>
              <a:off x="4475137" y="1021783"/>
              <a:ext cx="275760" cy="29772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14F38E38-9C63-69D7-0326-AEB5A262FF2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464337" y="1010983"/>
                <a:ext cx="2970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D7E4E599-B912-150C-5428-71EF3A05200A}"/>
                  </a:ext>
                </a:extLst>
              </p14:cNvPr>
              <p14:cNvContentPartPr/>
              <p14:nvPr/>
            </p14:nvContentPartPr>
            <p14:xfrm>
              <a:off x="4736857" y="911263"/>
              <a:ext cx="399600" cy="31932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D7E4E599-B912-150C-5428-71EF3A05200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726417" y="900475"/>
                <a:ext cx="420840" cy="340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74651148-9001-7EB6-32DB-4D67069BFDEF}"/>
                  </a:ext>
                </a:extLst>
              </p14:cNvPr>
              <p14:cNvContentPartPr/>
              <p14:nvPr/>
            </p14:nvContentPartPr>
            <p14:xfrm>
              <a:off x="3249337" y="271183"/>
              <a:ext cx="2216160" cy="136368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74651148-9001-7EB6-32DB-4D67069BFDE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238897" y="260743"/>
                <a:ext cx="2237400" cy="13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82142602-9F9D-CF58-4E57-2E6A8185474F}"/>
                  </a:ext>
                </a:extLst>
              </p14:cNvPr>
              <p14:cNvContentPartPr/>
              <p14:nvPr/>
            </p14:nvContentPartPr>
            <p14:xfrm>
              <a:off x="5070217" y="1767703"/>
              <a:ext cx="266400" cy="5364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82142602-9F9D-CF58-4E57-2E6A8185474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059417" y="1756903"/>
                <a:ext cx="2876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355E81F6-30BD-7465-101D-F6B404677E56}"/>
                  </a:ext>
                </a:extLst>
              </p14:cNvPr>
              <p14:cNvContentPartPr/>
              <p14:nvPr/>
            </p14:nvContentPartPr>
            <p14:xfrm>
              <a:off x="6229057" y="2522623"/>
              <a:ext cx="267120" cy="8028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355E81F6-30BD-7465-101D-F6B404677E5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218257" y="2511823"/>
                <a:ext cx="2883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4EAEA888-6866-84D0-FB9C-AD1C67244B18}"/>
                  </a:ext>
                </a:extLst>
              </p14:cNvPr>
              <p14:cNvContentPartPr/>
              <p14:nvPr/>
            </p14:nvContentPartPr>
            <p14:xfrm>
              <a:off x="5509777" y="702823"/>
              <a:ext cx="648720" cy="45216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4EAEA888-6866-84D0-FB9C-AD1C67244B1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498977" y="692383"/>
                <a:ext cx="66996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4011BD6C-99C9-7B42-F5AA-56B076221DAA}"/>
                  </a:ext>
                </a:extLst>
              </p14:cNvPr>
              <p14:cNvContentPartPr/>
              <p14:nvPr/>
            </p14:nvContentPartPr>
            <p14:xfrm>
              <a:off x="6118177" y="1754383"/>
              <a:ext cx="293400" cy="20016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4011BD6C-99C9-7B42-F5AA-56B076221DA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107377" y="1743583"/>
                <a:ext cx="3146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8D5AE7BB-F4CB-FA11-9D48-0A3F88B0BB64}"/>
                  </a:ext>
                </a:extLst>
              </p14:cNvPr>
              <p14:cNvContentPartPr/>
              <p14:nvPr/>
            </p14:nvContentPartPr>
            <p14:xfrm>
              <a:off x="6328777" y="568903"/>
              <a:ext cx="895320" cy="37764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8D5AE7BB-F4CB-FA11-9D48-0A3F88B0BB6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314377" y="558103"/>
                <a:ext cx="92016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8D7A2D2A-2714-471E-4EA6-0735F19E8D2A}"/>
                  </a:ext>
                </a:extLst>
              </p14:cNvPr>
              <p14:cNvContentPartPr/>
              <p14:nvPr/>
            </p14:nvContentPartPr>
            <p14:xfrm>
              <a:off x="5279377" y="1630183"/>
              <a:ext cx="599760" cy="49788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8D7A2D2A-2714-471E-4EA6-0735F19E8D2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268577" y="1619383"/>
                <a:ext cx="62100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FBB5A3E6-23CF-4220-DAF9-967EF9A44808}"/>
                  </a:ext>
                </a:extLst>
              </p14:cNvPr>
              <p14:cNvContentPartPr/>
              <p14:nvPr/>
            </p14:nvContentPartPr>
            <p14:xfrm>
              <a:off x="7228777" y="462343"/>
              <a:ext cx="428400" cy="34668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FBB5A3E6-23CF-4220-DAF9-967EF9A4480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217986" y="451543"/>
                <a:ext cx="449622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22D1B8BE-897B-C206-D496-19C9A62F4E18}"/>
                  </a:ext>
                </a:extLst>
              </p14:cNvPr>
              <p14:cNvContentPartPr/>
              <p14:nvPr/>
            </p14:nvContentPartPr>
            <p14:xfrm>
              <a:off x="6158137" y="2047423"/>
              <a:ext cx="577800" cy="3600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22D1B8BE-897B-C206-D496-19C9A62F4E1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147337" y="2036983"/>
                <a:ext cx="5990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44896310-9D69-30F7-D512-856FAFDF4474}"/>
                  </a:ext>
                </a:extLst>
              </p14:cNvPr>
              <p14:cNvContentPartPr/>
              <p14:nvPr/>
            </p14:nvContentPartPr>
            <p14:xfrm>
              <a:off x="7760857" y="173623"/>
              <a:ext cx="1024560" cy="43992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44896310-9D69-30F7-D512-856FAFDF447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750417" y="162823"/>
                <a:ext cx="104580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E056CFB6-812D-87A6-2DB2-7C24124F334F}"/>
                  </a:ext>
                </a:extLst>
              </p14:cNvPr>
              <p14:cNvContentPartPr/>
              <p14:nvPr/>
            </p14:nvContentPartPr>
            <p14:xfrm>
              <a:off x="7037617" y="932863"/>
              <a:ext cx="320040" cy="28908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E056CFB6-812D-87A6-2DB2-7C24124F334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027177" y="922423"/>
                <a:ext cx="3412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EABA69D3-48FE-CB41-B987-93A302E42326}"/>
                  </a:ext>
                </a:extLst>
              </p14:cNvPr>
              <p14:cNvContentPartPr/>
              <p14:nvPr/>
            </p14:nvContentPartPr>
            <p14:xfrm>
              <a:off x="6162457" y="2051743"/>
              <a:ext cx="617760" cy="8928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EABA69D3-48FE-CB41-B987-93A302E4232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151657" y="2041303"/>
                <a:ext cx="6390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2CD25EBD-0EDF-868C-6AC6-8962B34765B3}"/>
                  </a:ext>
                </a:extLst>
              </p14:cNvPr>
              <p14:cNvContentPartPr/>
              <p14:nvPr/>
            </p14:nvContentPartPr>
            <p14:xfrm>
              <a:off x="7486177" y="693103"/>
              <a:ext cx="675000" cy="35496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2CD25EBD-0EDF-868C-6AC6-8962B34765B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475737" y="682303"/>
                <a:ext cx="69624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81DBF85C-98FE-0A6F-B25B-A2E285326C9D}"/>
                  </a:ext>
                </a:extLst>
              </p14:cNvPr>
              <p14:cNvContentPartPr/>
              <p14:nvPr/>
            </p14:nvContentPartPr>
            <p14:xfrm>
              <a:off x="2637697" y="9103"/>
              <a:ext cx="7758720" cy="170568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81DBF85C-98FE-0A6F-B25B-A2E285326C9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626898" y="-1337"/>
                <a:ext cx="7779959" cy="172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CEFE3B85-2BCE-B4D6-0AE2-3E3D0C0FAE4A}"/>
                  </a:ext>
                </a:extLst>
              </p14:cNvPr>
              <p14:cNvContentPartPr/>
              <p14:nvPr/>
            </p14:nvContentPartPr>
            <p14:xfrm>
              <a:off x="10731937" y="1381783"/>
              <a:ext cx="288360" cy="21312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CEFE3B85-2BCE-B4D6-0AE2-3E3D0C0FAE4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721137" y="1371343"/>
                <a:ext cx="3096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7EF28996-DCAA-A06C-0C9E-B0FB777E89A5}"/>
                  </a:ext>
                </a:extLst>
              </p14:cNvPr>
              <p14:cNvContentPartPr/>
              <p14:nvPr/>
            </p14:nvContentPartPr>
            <p14:xfrm>
              <a:off x="10616377" y="1110343"/>
              <a:ext cx="1221480" cy="70668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7EF28996-DCAA-A06C-0C9E-B0FB777E89A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605577" y="1099898"/>
                <a:ext cx="1242720" cy="727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27E88258-BC45-AE6E-D7A2-DE455871168E}"/>
                  </a:ext>
                </a:extLst>
              </p14:cNvPr>
              <p14:cNvContentPartPr/>
              <p14:nvPr/>
            </p14:nvContentPartPr>
            <p14:xfrm>
              <a:off x="9741577" y="2171623"/>
              <a:ext cx="2296080" cy="127044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27E88258-BC45-AE6E-D7A2-DE455871168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730777" y="2161183"/>
                <a:ext cx="2317320" cy="12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559DE971-BFC8-900B-E10E-D6DAD38432AE}"/>
                  </a:ext>
                </a:extLst>
              </p14:cNvPr>
              <p14:cNvContentPartPr/>
              <p14:nvPr/>
            </p14:nvContentPartPr>
            <p14:xfrm>
              <a:off x="416497" y="2784703"/>
              <a:ext cx="1931760" cy="106164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559DE971-BFC8-900B-E10E-D6DAD38432A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05699" y="2773903"/>
                <a:ext cx="1952996" cy="10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E2323606-7CF7-9B25-64AA-6EFC805245E7}"/>
                  </a:ext>
                </a:extLst>
              </p14:cNvPr>
              <p14:cNvContentPartPr/>
              <p14:nvPr/>
            </p14:nvContentPartPr>
            <p14:xfrm>
              <a:off x="997897" y="3655543"/>
              <a:ext cx="307080" cy="58968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E2323606-7CF7-9B25-64AA-6EFC805245E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87445" y="3644750"/>
                <a:ext cx="328345" cy="6109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FE47AAF0-EC76-8ED8-B59F-2C990A2773B7}"/>
                  </a:ext>
                </a:extLst>
              </p14:cNvPr>
              <p14:cNvContentPartPr/>
              <p14:nvPr/>
            </p14:nvContentPartPr>
            <p14:xfrm>
              <a:off x="434137" y="4001863"/>
              <a:ext cx="1319400" cy="92340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FE47AAF0-EC76-8ED8-B59F-2C990A2773B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23334" y="3991063"/>
                <a:ext cx="1340646" cy="9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E82ECB69-64FF-87C8-2C62-642FDECCEFB4}"/>
                  </a:ext>
                </a:extLst>
              </p14:cNvPr>
              <p14:cNvContentPartPr/>
              <p14:nvPr/>
            </p14:nvContentPartPr>
            <p14:xfrm>
              <a:off x="1810777" y="3442423"/>
              <a:ext cx="612360" cy="50544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E82ECB69-64FF-87C8-2C62-642FDECCEFB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796385" y="3431623"/>
                <a:ext cx="637185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A8EF0E1E-2F04-7A5D-A8B9-86A930BABB2D}"/>
                  </a:ext>
                </a:extLst>
              </p14:cNvPr>
              <p14:cNvContentPartPr/>
              <p14:nvPr/>
            </p14:nvContentPartPr>
            <p14:xfrm>
              <a:off x="10145497" y="3171343"/>
              <a:ext cx="1794240" cy="1100520"/>
            </p14:xfrm>
          </p:contentPart>
        </mc:Choice>
        <mc:Fallback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A8EF0E1E-2F04-7A5D-A8B9-86A930BABB2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135057" y="3160903"/>
                <a:ext cx="1815480" cy="11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BB596310-E49D-DFFE-A895-1FC7806E92DE}"/>
                  </a:ext>
                </a:extLst>
              </p14:cNvPr>
              <p14:cNvContentPartPr/>
              <p14:nvPr/>
            </p14:nvContentPartPr>
            <p14:xfrm>
              <a:off x="10414057" y="4303183"/>
              <a:ext cx="420480" cy="258120"/>
            </p14:xfrm>
          </p:contentPart>
        </mc:Choice>
        <mc:Fallback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BB596310-E49D-DFFE-A895-1FC7806E92D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399645" y="4289123"/>
                <a:ext cx="448944" cy="2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116E1EF4-AD63-5688-8C9D-66175C75ABD0}"/>
                  </a:ext>
                </a:extLst>
              </p14:cNvPr>
              <p14:cNvContentPartPr/>
              <p14:nvPr/>
            </p14:nvContentPartPr>
            <p14:xfrm>
              <a:off x="11069257" y="3937063"/>
              <a:ext cx="644040" cy="52200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116E1EF4-AD63-5688-8C9D-66175C75ABD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1054865" y="3923023"/>
                <a:ext cx="672464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E84FB83C-4C99-38F8-5D4B-AEFD8F16C771}"/>
                  </a:ext>
                </a:extLst>
              </p14:cNvPr>
              <p14:cNvContentPartPr/>
              <p14:nvPr/>
            </p14:nvContentPartPr>
            <p14:xfrm>
              <a:off x="10505137" y="4591903"/>
              <a:ext cx="399960" cy="20448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E84FB83C-4C99-38F8-5D4B-AEFD8F16C77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494697" y="4581103"/>
                <a:ext cx="4212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DF9E2917-B30C-66CA-C79A-998B68A46B54}"/>
                  </a:ext>
                </a:extLst>
              </p14:cNvPr>
              <p14:cNvContentPartPr/>
              <p14:nvPr/>
            </p14:nvContentPartPr>
            <p14:xfrm>
              <a:off x="10820497" y="4412263"/>
              <a:ext cx="1114920" cy="517320"/>
            </p14:xfrm>
          </p:contentPart>
        </mc:Choice>
        <mc:Fallback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DF9E2917-B30C-66CA-C79A-998B68A46B54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806457" y="4398223"/>
                <a:ext cx="114336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87A0CB04-B13C-22FC-4B27-C147617562E0}"/>
                  </a:ext>
                </a:extLst>
              </p14:cNvPr>
              <p14:cNvContentPartPr/>
              <p14:nvPr/>
            </p14:nvContentPartPr>
            <p14:xfrm>
              <a:off x="10341337" y="5111383"/>
              <a:ext cx="1678320" cy="671040"/>
            </p14:xfrm>
          </p:contentPart>
        </mc:Choice>
        <mc:Fallback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87A0CB04-B13C-22FC-4B27-C147617562E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327297" y="5097343"/>
                <a:ext cx="1706760" cy="69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0F354002-2B4B-8EF1-438C-BA9949246C77}"/>
                  </a:ext>
                </a:extLst>
              </p14:cNvPr>
              <p14:cNvContentPartPr/>
              <p14:nvPr/>
            </p14:nvContentPartPr>
            <p14:xfrm>
              <a:off x="10154497" y="3361783"/>
              <a:ext cx="1998720" cy="995040"/>
            </p14:xfrm>
          </p:contentPart>
        </mc:Choice>
        <mc:Fallback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0F354002-2B4B-8EF1-438C-BA9949246C7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140097" y="3347743"/>
                <a:ext cx="2027160" cy="10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50EAA550-54C6-A8F5-2969-29DE81F41F80}"/>
                  </a:ext>
                </a:extLst>
              </p14:cNvPr>
              <p14:cNvContentPartPr/>
              <p14:nvPr/>
            </p14:nvContentPartPr>
            <p14:xfrm>
              <a:off x="9935617" y="5719783"/>
              <a:ext cx="2012040" cy="977040"/>
            </p14:xfrm>
          </p:contentPart>
        </mc:Choice>
        <mc:Fallback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50EAA550-54C6-A8F5-2969-29DE81F41F8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921577" y="5705748"/>
                <a:ext cx="2040480" cy="10054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1BC52113-7FC6-C562-AEFF-91216366AA43}"/>
                  </a:ext>
                </a:extLst>
              </p14:cNvPr>
              <p14:cNvContentPartPr/>
              <p14:nvPr/>
            </p14:nvContentPartPr>
            <p14:xfrm>
              <a:off x="9540337" y="6323863"/>
              <a:ext cx="311040" cy="466560"/>
            </p14:xfrm>
          </p:contentPart>
        </mc:Choice>
        <mc:Fallback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1BC52113-7FC6-C562-AEFF-91216366AA4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526297" y="6309463"/>
                <a:ext cx="33948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3C08FFAE-FB9A-F4A9-32B7-114320F3971E}"/>
                  </a:ext>
                </a:extLst>
              </p14:cNvPr>
              <p14:cNvContentPartPr/>
              <p14:nvPr/>
            </p14:nvContentPartPr>
            <p14:xfrm>
              <a:off x="10206697" y="4196623"/>
              <a:ext cx="626400" cy="844200"/>
            </p14:xfrm>
          </p:contentPart>
        </mc:Choice>
        <mc:Fallback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3C08FFAE-FB9A-F4A9-32B7-114320F3971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192297" y="4182583"/>
                <a:ext cx="654840" cy="87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B008BCC4-E383-E44A-D66F-93ACC9751AC9}"/>
                  </a:ext>
                </a:extLst>
              </p14:cNvPr>
              <p14:cNvContentPartPr/>
              <p14:nvPr/>
            </p14:nvContentPartPr>
            <p14:xfrm>
              <a:off x="11148097" y="4169983"/>
              <a:ext cx="369000" cy="302400"/>
            </p14:xfrm>
          </p:contentPart>
        </mc:Choice>
        <mc:Fallback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B008BCC4-E383-E44A-D66F-93ACC9751AC9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1133697" y="4155943"/>
                <a:ext cx="3974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545" name="Ink 544">
                <a:extLst>
                  <a:ext uri="{FF2B5EF4-FFF2-40B4-BE49-F238E27FC236}">
                    <a16:creationId xmlns:a16="http://schemas.microsoft.com/office/drawing/2014/main" id="{D1AEAB8D-A900-2A35-B433-BDECF02B52EF}"/>
                  </a:ext>
                </a:extLst>
              </p14:cNvPr>
              <p14:cNvContentPartPr/>
              <p14:nvPr/>
            </p14:nvContentPartPr>
            <p14:xfrm>
              <a:off x="11645257" y="3677143"/>
              <a:ext cx="519120" cy="342360"/>
            </p14:xfrm>
          </p:contentPart>
        </mc:Choice>
        <mc:Fallback>
          <p:pic>
            <p:nvPicPr>
              <p:cNvPr id="545" name="Ink 544">
                <a:extLst>
                  <a:ext uri="{FF2B5EF4-FFF2-40B4-BE49-F238E27FC236}">
                    <a16:creationId xmlns:a16="http://schemas.microsoft.com/office/drawing/2014/main" id="{D1AEAB8D-A900-2A35-B433-BDECF02B52E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1631207" y="3662743"/>
                <a:ext cx="54758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773724CE-0E6F-B68F-F146-A4FEC4C86E67}"/>
                  </a:ext>
                </a:extLst>
              </p14:cNvPr>
              <p14:cNvContentPartPr/>
              <p14:nvPr/>
            </p14:nvContentPartPr>
            <p14:xfrm>
              <a:off x="7358737" y="956983"/>
              <a:ext cx="1426680" cy="508680"/>
            </p14:xfrm>
          </p:contentPart>
        </mc:Choice>
        <mc:Fallback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773724CE-0E6F-B68F-F146-A4FEC4C86E67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347937" y="946543"/>
                <a:ext cx="1447920" cy="5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6A3D1157-CA6D-631A-6C97-1F95929F11C0}"/>
                  </a:ext>
                </a:extLst>
              </p14:cNvPr>
              <p14:cNvContentPartPr/>
              <p14:nvPr/>
            </p14:nvContentPartPr>
            <p14:xfrm>
              <a:off x="3978337" y="1056703"/>
              <a:ext cx="2436120" cy="715680"/>
            </p14:xfrm>
          </p:contentPart>
        </mc:Choice>
        <mc:Fallback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6A3D1157-CA6D-631A-6C97-1F95929F11C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967897" y="1046263"/>
                <a:ext cx="2457360" cy="73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err="1">
                <a:solidFill>
                  <a:srgbClr val="002060"/>
                </a:solidFill>
              </a:rPr>
              <a:t>AlexNet</a:t>
            </a:r>
            <a:r>
              <a:rPr lang="en-US" b="1">
                <a:solidFill>
                  <a:srgbClr val="002060"/>
                </a:solidFill>
              </a:rPr>
              <a:t> Parameter Count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298" y="1021558"/>
            <a:ext cx="5342083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In 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AlexNet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convolution layers accounts for 6% of all the parameters consumes 95% of the computation. The main features of 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AlexNet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are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Copy convolution layers into different GPUs; Distribute the fully connected layers into different GPUs.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Feed one batch of training data into convolution layers for every GPU (Data Parallel).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Feed the results of convolution layers into the distributed fully connected layers batch by batch (Model Parallel) When the last step is done for every GPU. </a:t>
            </a:r>
            <a:r>
              <a:rPr lang="en-US" sz="2400" b="0" strike="noStrike" spc="-1" err="1">
                <a:solidFill>
                  <a:srgbClr val="548235"/>
                </a:solidFill>
                <a:latin typeface="Calibri"/>
              </a:rPr>
              <a:t>Backpropogate</a:t>
            </a: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 gradients batch by batch and synchronize the weights of the convolution layers.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Obviously, it takes advantage of the features: convolution layers have a few parameters and lots of computation, fully connected layers are just the opposite.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8055EB-D5C9-7A7D-D2CC-223790342E1C}"/>
                  </a:ext>
                </a:extLst>
              </p14:cNvPr>
              <p14:cNvContentPartPr/>
              <p14:nvPr/>
            </p14:nvContentPartPr>
            <p14:xfrm>
              <a:off x="3120817" y="1093063"/>
              <a:ext cx="4542840" cy="502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8055EB-D5C9-7A7D-D2CC-223790342E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3258" y="1085503"/>
                <a:ext cx="4557599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9A2EA0-4153-3120-5C06-B9C600F23406}"/>
                  </a:ext>
                </a:extLst>
              </p14:cNvPr>
              <p14:cNvContentPartPr/>
              <p14:nvPr/>
            </p14:nvContentPartPr>
            <p14:xfrm>
              <a:off x="2352937" y="1528303"/>
              <a:ext cx="1003320" cy="506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9A2EA0-4153-3120-5C06-B9C600F234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5377" y="1520743"/>
                <a:ext cx="1018440" cy="52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AlexNet Interesting Features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They first used 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ReLU</a:t>
            </a:r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Used normalization layers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Heavy data augmentation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Dropout ratio 0.5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Batch size 128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SGD momentum 0.9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Learning rate 1e-2 – reduced manually by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AlexNet Conclusion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AlexNet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famously won the 2012 ImageNet ILSVRC-2012 competition by a large margin (15.3% VS 26.2% (second place) error rates)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network takes 90 epochs in five or six days to train on two GTX 580 GPUs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SGD with learning rate 0.01, momentum 0.9 and weight decay 0.0005 was used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Learning rate was divided by 10 once the accuracy plateaus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Bigger network than the LeNet-5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Unlike LeNet-5 they used 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ReLU</a:t>
            </a:r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Basically used GPU to improve the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 strike="noStrike" spc="-1">
                <a:solidFill>
                  <a:srgbClr val="002060"/>
                </a:solidFill>
                <a:latin typeface="Calibri Light"/>
              </a:rPr>
              <a:t>ImageNet Large Scale Visual Recognition Challenge (ILSVRC)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1" name="Picture 3"/>
          <p:cNvPicPr/>
          <p:nvPr/>
        </p:nvPicPr>
        <p:blipFill>
          <a:blip r:embed="rId2"/>
          <a:stretch/>
        </p:blipFill>
        <p:spPr>
          <a:xfrm>
            <a:off x="1816560" y="777960"/>
            <a:ext cx="8519400" cy="5211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 strike="noStrike" spc="-1">
                <a:solidFill>
                  <a:srgbClr val="002060"/>
                </a:solidFill>
                <a:latin typeface="Calibri Light"/>
              </a:rPr>
              <a:t>ImageNet Large Scale Visual Recognition Challenge (ILSVRC)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3" name="Picture 4"/>
          <p:cNvPicPr/>
          <p:nvPr/>
        </p:nvPicPr>
        <p:blipFill>
          <a:blip r:embed="rId2"/>
          <a:stretch/>
        </p:blipFill>
        <p:spPr>
          <a:xfrm>
            <a:off x="2120400" y="939240"/>
            <a:ext cx="8831880" cy="521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ZFNet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685800" y="4742280"/>
            <a:ext cx="11320200" cy="1613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Almost AlexNet – changing hyperparameters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Conv1: Changes from 11X11 stride 4 to 7X7 stride 2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Conv3,4,5: Instead of 384, 384, 256 filters use 512, 1024, 512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</p:txBody>
      </p:sp>
      <p:pic>
        <p:nvPicPr>
          <p:cNvPr id="146" name="Picture 3"/>
          <p:cNvPicPr/>
          <p:nvPr/>
        </p:nvPicPr>
        <p:blipFill>
          <a:blip r:embed="rId2"/>
          <a:stretch/>
        </p:blipFill>
        <p:spPr>
          <a:xfrm>
            <a:off x="968040" y="811800"/>
            <a:ext cx="10058040" cy="3333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VGG-XX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According to the universal approximation theorem, given enough capacity, we know that a feedforward network with a single layer is sufficient to represent any function </a:t>
            </a:r>
            <a:endParaRPr lang="en-US"/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However, the layer might be massive</a:t>
            </a:r>
            <a:r>
              <a:rPr lang="en-US" sz="2800" spc="-1">
                <a:solidFill>
                  <a:srgbClr val="0070C0"/>
                </a:solidFill>
                <a:latin typeface="Calibri"/>
              </a:rPr>
              <a:t>,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and the network is prone to over-fitting the data</a:t>
            </a:r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Therefore, there is a common trend in the research community to use small blocks and make the networks deep </a:t>
            </a:r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Since 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AlexNet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, the state-of-the-art CNN architecture is going deeper and deeper</a:t>
            </a:r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While 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AlexNet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had only 5 convolution layers, the VGG network has more than 16 layers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VGG-16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0" name="Picture 3"/>
          <p:cNvPicPr/>
          <p:nvPr/>
        </p:nvPicPr>
        <p:blipFill>
          <a:blip r:embed="rId2"/>
          <a:stretch/>
        </p:blipFill>
        <p:spPr>
          <a:xfrm>
            <a:off x="1573200" y="933120"/>
            <a:ext cx="8135280" cy="5179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3"/>
          <p:cNvPicPr/>
          <p:nvPr/>
        </p:nvPicPr>
        <p:blipFill>
          <a:blip r:embed="rId2"/>
          <a:stretch/>
        </p:blipFill>
        <p:spPr>
          <a:xfrm>
            <a:off x="273960" y="187920"/>
            <a:ext cx="11442600" cy="3142440"/>
          </a:xfrm>
          <a:prstGeom prst="rect">
            <a:avLst/>
          </a:prstGeom>
          <a:ln>
            <a:noFill/>
          </a:ln>
        </p:spPr>
      </p:pic>
      <p:sp>
        <p:nvSpPr>
          <p:cNvPr id="152" name="CustomShape 1"/>
          <p:cNvSpPr/>
          <p:nvPr/>
        </p:nvSpPr>
        <p:spPr>
          <a:xfrm>
            <a:off x="1073880" y="3527640"/>
            <a:ext cx="10642680" cy="398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B0F0"/>
                </a:solidFill>
                <a:latin typeface="Calibri"/>
              </a:rPr>
              <a:t>Improvement over AlexNet by replacing large kernel-sized filters (11 and 5 in the first and second convolutional layer, respectively) with multiple 3×3 kernel-sized filters one after another. VGG16 was trained for weeks and was using NVIDIA Titan Black GPU’s.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br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VGG-16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input to cov1 layer is of fixed size 224 x 224 RGB image. The image is passed through a stack of convolutional layers, where the filters were used with a very small receptive field: 3×3 (which is the smallest size to capture the notion of left/right, up/down, center).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convolution stride is fixed to 1 pixel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Padding was used to keep the image size fixed i.e. the padding is 1-pixel for 3×3 convolution layers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Spatial pooling is carried out by five max-pooling layers, which follow some of the conv.  layers (not all the conv. layers are followed by max-pooling). Max-pooling is performed over a 2×2 pixel window, with stride 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VGG-16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4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Three Fully-Connected (FC) layers follow a stack of convolutional layers (which has a different depth in different architectures)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spc="-1">
                <a:solidFill>
                  <a:srgbClr val="0070C0"/>
                </a:solidFill>
                <a:latin typeface="Calibri"/>
              </a:rPr>
              <a:t>T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he first two have 4096 channels each, the third performs 1000-way ILSVRC classification and thus contains 1000 channels (one for each class) 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final layer is the soft-max layer. The configuration of the fully connected layers is the same in all networks.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All hidden layers are equipped with the rectification (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ReLU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) non-linearity</a:t>
            </a:r>
            <a:endParaRPr lang="en-US" sz="2800" spc="-1">
              <a:solidFill>
                <a:srgbClr val="0070C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It is also noted that none of the networks (except for one) contain Local Response </a:t>
            </a:r>
            <a:r>
              <a:rPr lang="en-US" sz="2800" spc="-1">
                <a:solidFill>
                  <a:srgbClr val="0070C0"/>
                </a:solidFill>
                <a:latin typeface="Calibri"/>
              </a:rPr>
              <a:t>n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ormalization (LRN), such normalization does not improve the performance on the ILSVRC dataset, but leads to increased memory consumption and computation time</a:t>
            </a:r>
            <a:br>
              <a:rPr/>
            </a:b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002060"/>
                </a:solidFill>
              </a:rPr>
              <a:t>VGG16 Parameter Count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989" y="1052610"/>
            <a:ext cx="788670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373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VGG-16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Unfortunately, there are two major drawbacks with VGGNet: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It is </a:t>
            </a:r>
            <a:r>
              <a:rPr lang="en-US" sz="2400" b="0" i="1" strike="noStrike" spc="-1">
                <a:solidFill>
                  <a:srgbClr val="548235"/>
                </a:solidFill>
                <a:latin typeface="Calibri"/>
              </a:rPr>
              <a:t>painfully slow</a:t>
            </a: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 to train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The network architecture weights themselves are quite large (concerning disk/bandwidth)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Due to its depth and number of fully-connected nodes, VGG16 is over 533MB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There are 138 millions of parameters to learn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 lnSpcReduction="10000"/>
          </a:bodyPr>
          <a:lstStyle/>
          <a:p>
            <a:pPr algn="ctr">
              <a:lnSpc>
                <a:spcPct val="90000"/>
              </a:lnSpc>
            </a:pPr>
            <a:r>
              <a:rPr lang="en-US" sz="3600" b="1" strike="noStrike" spc="-1">
                <a:solidFill>
                  <a:srgbClr val="002060"/>
                </a:solidFill>
                <a:latin typeface="Calibri Light"/>
              </a:rPr>
              <a:t>VGG improvements over </a:t>
            </a:r>
            <a:r>
              <a:rPr lang="en-US" sz="3600" b="1" strike="noStrike" spc="-1" err="1">
                <a:solidFill>
                  <a:srgbClr val="002060"/>
                </a:solidFill>
                <a:latin typeface="Calibri Light"/>
              </a:rPr>
              <a:t>AlexNet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6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Smaller filters (sometimes called kernels) reduce computations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More parameters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May learn better if we can take care of the overfitting problems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Somewhat modular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Need improvements? Use more blocks 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However, increasing network depth does not work by simply stacking layers together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Deep networks are hard to train because of the notorious vanishing gradient problem — as the gradient is back-propagated to earlier layers, repeated multiplication may make the gradient infinitively small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As a result, as the network goes deeper, its performance gets saturated or even starts degrading rapidly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9500"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Observations until now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55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Choosing the right kernel size for convolution is always a big deal in CNNs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The same object can come in various sizes in different images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To capture the features of different sizes, we, of course, need to have kernel sizes accordingly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Bigger kernels are generally good when the object covers most of the area 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Smaller kernels are suitable for relatively small objects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deeper the network, the better it is! But stacking a lot of layers makes the gradient flow difficult and leads to overfitting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In short, the depth of a network is somewhat restricted to a certain limit – beyond this limit, the network is not trainable anymore; it just overfits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Observation until now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Some parts </a:t>
            </a:r>
            <a:r>
              <a:rPr lang="en-US" sz="2800" spc="-1">
                <a:solidFill>
                  <a:srgbClr val="0070C0"/>
                </a:solidFill>
                <a:latin typeface="Calibri"/>
              </a:rPr>
              <a:t>of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the image can have extremely large variation in size</a:t>
            </a:r>
            <a:endParaRPr lang="en-US" sz="2800" spc="-1">
              <a:solidFill>
                <a:srgbClr val="0070C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B050"/>
                </a:solidFill>
                <a:latin typeface="Calibri"/>
              </a:rPr>
              <a:t>For instance, an image of a dog can be big, small, etc.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B050"/>
                </a:solidFill>
                <a:latin typeface="Calibri"/>
              </a:rPr>
              <a:t>Even the same image can have dogs of different sizes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Because of this variation in the location/proportion of the information, choosing the </a:t>
            </a: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right kernel size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 for the convolution operation becomes tough</a:t>
            </a:r>
            <a:endParaRPr lang="en-US" sz="2800" spc="-1">
              <a:solidFill>
                <a:srgbClr val="0070C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 </a:t>
            </a: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larger kernel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 is preferred for information that is covering a large part of the image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spc="-1">
                <a:solidFill>
                  <a:srgbClr val="0070C0"/>
                </a:solidFill>
                <a:latin typeface="Calibri"/>
              </a:rPr>
              <a:t>A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 </a:t>
            </a: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smaller kernel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 is preferred for information that is covering smaller portion </a:t>
            </a:r>
            <a:r>
              <a:rPr lang="en-US" sz="2800" spc="-1">
                <a:solidFill>
                  <a:srgbClr val="0070C0"/>
                </a:solidFill>
                <a:latin typeface="Calibri"/>
              </a:rPr>
              <a:t>of an image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And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</a:rPr>
              <a:t>Inception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is born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Observation until now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Very deep networks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 are prone to </a:t>
            </a: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overfitting</a:t>
            </a:r>
            <a:endParaRPr lang="en-US" sz="2800" spc="-1">
              <a:solidFill>
                <a:srgbClr val="0070C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It also hard to pass gradient updates through the entire network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Naively stacking large convolution operations is </a:t>
            </a: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computationally expensive</a:t>
            </a:r>
            <a:endParaRPr lang="en-US" sz="2800" spc="-1">
              <a:solidFill>
                <a:srgbClr val="0070C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And here comes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</a:rPr>
              <a:t>Resnet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3454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9500"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Inception networks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6500" lnSpcReduction="1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idea is to use different sizes for convolution kernels in parallel rather than using a single kernel size in a layer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This way, the network now has option to choose kernels having different sizes and the network can now learn features through the kernel that's best suited to the job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Arranging kernels parallel to each other also makes the architecture sparse, which helps to ease the training for deeper networks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typical 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InceptionNet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uses three convolution kernels of sizes 1 x 1, 3 x 3, and 5 x 5 simultaneously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results from all these three kernels are concatenated to form a single</a:t>
            </a:r>
            <a:br>
              <a:rPr/>
            </a:b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output vector, which acts as the input for the next layer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inception layer also adds 1 x 1 convolutions before the 3 x 3 and 5 x 5 kernels in order to reduce the size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 strike="noStrike" spc="-1">
                <a:solidFill>
                  <a:srgbClr val="002060"/>
                </a:solidFill>
                <a:latin typeface="Calibri Light"/>
              </a:rPr>
              <a:t>ImageNet Large Scale Visual Recognition Challenge (ILSVRC)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1" name="Picture 2"/>
          <p:cNvPicPr/>
          <p:nvPr/>
        </p:nvPicPr>
        <p:blipFill>
          <a:blip r:embed="rId2"/>
          <a:stretch/>
        </p:blipFill>
        <p:spPr>
          <a:xfrm>
            <a:off x="2088720" y="1010520"/>
            <a:ext cx="8678520" cy="523728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0A3450-58FD-41F5-2C54-3FB6A8BFDD90}"/>
                  </a:ext>
                </a:extLst>
              </p14:cNvPr>
              <p14:cNvContentPartPr/>
              <p14:nvPr/>
            </p14:nvContentPartPr>
            <p14:xfrm>
              <a:off x="4412857" y="5067823"/>
              <a:ext cx="1418760" cy="126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0A3450-58FD-41F5-2C54-3FB6A8BFDD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5297" y="5060263"/>
                <a:ext cx="1433520" cy="12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E59EB7-87F7-6486-D4D8-0BB89C3A3ACC}"/>
                  </a:ext>
                </a:extLst>
              </p14:cNvPr>
              <p14:cNvContentPartPr/>
              <p14:nvPr/>
            </p14:nvContentPartPr>
            <p14:xfrm>
              <a:off x="3369217" y="5347543"/>
              <a:ext cx="795600" cy="930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E59EB7-87F7-6486-D4D8-0BB89C3A3A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61657" y="5339983"/>
                <a:ext cx="810720" cy="94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50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GoogleNet: The complete architecture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87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88" name="Group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89" name="Group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90" name="Group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C2EBFEC-CD4D-475B-8CDE-F3BA3E56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440103" y="-956740"/>
            <a:ext cx="5311793" cy="91724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C065EA6-AF5B-057B-9DF3-7B5589D8D79F}"/>
                  </a:ext>
                </a:extLst>
              </p14:cNvPr>
              <p14:cNvContentPartPr/>
              <p14:nvPr/>
            </p14:nvContentPartPr>
            <p14:xfrm>
              <a:off x="4004257" y="4152703"/>
              <a:ext cx="444240" cy="1963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C065EA6-AF5B-057B-9DF3-7B5589D8D7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6697" y="4145143"/>
                <a:ext cx="459360" cy="19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3B34374-CAA4-364F-73C6-5F81D30970D2}"/>
                  </a:ext>
                </a:extLst>
              </p14:cNvPr>
              <p14:cNvContentPartPr/>
              <p14:nvPr/>
            </p14:nvContentPartPr>
            <p14:xfrm>
              <a:off x="3764497" y="4512343"/>
              <a:ext cx="124560" cy="1656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3B34374-CAA4-364F-73C6-5F81D30970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56937" y="4504783"/>
                <a:ext cx="139680" cy="16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456DA6-C613-9696-D8C0-155C5205ECBA}"/>
                  </a:ext>
                </a:extLst>
              </p14:cNvPr>
              <p14:cNvContentPartPr/>
              <p14:nvPr/>
            </p14:nvContentPartPr>
            <p14:xfrm>
              <a:off x="3298297" y="4290223"/>
              <a:ext cx="235800" cy="2096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456DA6-C613-9696-D8C0-155C5205EC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90737" y="4282662"/>
                <a:ext cx="250920" cy="2111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C0BDCC4-5FE4-D325-13DA-755A7C4773CD}"/>
                  </a:ext>
                </a:extLst>
              </p14:cNvPr>
              <p14:cNvContentPartPr/>
              <p14:nvPr/>
            </p14:nvContentPartPr>
            <p14:xfrm>
              <a:off x="1877377" y="1288543"/>
              <a:ext cx="3233160" cy="169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C0BDCC4-5FE4-D325-13DA-755A7C4773C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69817" y="1280983"/>
                <a:ext cx="32482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CB3FB07-1222-17C6-61E9-E80D3E55D8F2}"/>
                  </a:ext>
                </a:extLst>
              </p14:cNvPr>
              <p14:cNvContentPartPr/>
              <p14:nvPr/>
            </p14:nvContentPartPr>
            <p14:xfrm>
              <a:off x="1308937" y="1905943"/>
              <a:ext cx="980640" cy="1949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CB3FB07-1222-17C6-61E9-E80D3E55D8F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01377" y="1898383"/>
                <a:ext cx="995760" cy="19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EEC7F88-A72D-9BA7-455D-6BC3AD832515}"/>
                  </a:ext>
                </a:extLst>
              </p14:cNvPr>
              <p14:cNvContentPartPr/>
              <p14:nvPr/>
            </p14:nvContentPartPr>
            <p14:xfrm>
              <a:off x="6641977" y="856183"/>
              <a:ext cx="483840" cy="729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EEC7F88-A72D-9BA7-455D-6BC3AD83251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34417" y="848983"/>
                <a:ext cx="498960" cy="7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181E275-2B43-FBB9-F2A8-66BA1213AF24}"/>
                  </a:ext>
                </a:extLst>
              </p14:cNvPr>
              <p14:cNvContentPartPr/>
              <p14:nvPr/>
            </p14:nvContentPartPr>
            <p14:xfrm>
              <a:off x="5300977" y="329503"/>
              <a:ext cx="3286800" cy="1954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181E275-2B43-FBB9-F2A8-66BA1213AF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93417" y="321943"/>
                <a:ext cx="3301920" cy="196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Inception Network (GoogleNet)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3" name="Picture 2"/>
          <p:cNvPicPr/>
          <p:nvPr/>
        </p:nvPicPr>
        <p:blipFill>
          <a:blip r:embed="rId2"/>
          <a:stretch/>
        </p:blipFill>
        <p:spPr>
          <a:xfrm>
            <a:off x="1038240" y="1635840"/>
            <a:ext cx="5210280" cy="2891160"/>
          </a:xfrm>
          <a:prstGeom prst="rect">
            <a:avLst/>
          </a:prstGeom>
          <a:ln>
            <a:noFill/>
          </a:ln>
        </p:spPr>
      </p:pic>
      <p:pic>
        <p:nvPicPr>
          <p:cNvPr id="174" name="Picture 2"/>
          <p:cNvPicPr/>
          <p:nvPr/>
        </p:nvPicPr>
        <p:blipFill>
          <a:blip r:embed="rId3"/>
          <a:stretch/>
        </p:blipFill>
        <p:spPr>
          <a:xfrm>
            <a:off x="6248880" y="1635840"/>
            <a:ext cx="5400360" cy="2695320"/>
          </a:xfrm>
          <a:prstGeom prst="rect">
            <a:avLst/>
          </a:prstGeom>
          <a:ln>
            <a:noFill/>
          </a:ln>
        </p:spPr>
      </p:pic>
      <p:grpSp>
        <p:nvGrpSpPr>
          <p:cNvPr id="175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76" name="Group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77" name="Group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52F67F-E622-E714-619D-5F37BC350CDB}"/>
                  </a:ext>
                </a:extLst>
              </p14:cNvPr>
              <p14:cNvContentPartPr/>
              <p14:nvPr/>
            </p14:nvContentPartPr>
            <p14:xfrm>
              <a:off x="1220017" y="2536303"/>
              <a:ext cx="2051280" cy="834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52F67F-E622-E714-619D-5F37BC350C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2457" y="2528743"/>
                <a:ext cx="2066400" cy="84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BCA782-2FDE-82D7-C81C-B731F613AECF}"/>
                  </a:ext>
                </a:extLst>
              </p14:cNvPr>
              <p14:cNvContentPartPr/>
              <p14:nvPr/>
            </p14:nvContentPartPr>
            <p14:xfrm>
              <a:off x="3760177" y="2451703"/>
              <a:ext cx="2113560" cy="911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BCA782-2FDE-82D7-C81C-B731F613AE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52617" y="2444143"/>
                <a:ext cx="2128680" cy="92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normAutofit fontScale="850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pc="-1">
                <a:solidFill>
                  <a:srgbClr val="002060"/>
                </a:solidFill>
                <a:latin typeface="Calibri Light"/>
              </a:rPr>
              <a:t>But:</a:t>
            </a: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 The computational complexity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2" name="Picture 3"/>
          <p:cNvPicPr/>
          <p:nvPr/>
        </p:nvPicPr>
        <p:blipFill>
          <a:blip r:embed="rId2"/>
          <a:stretch/>
        </p:blipFill>
        <p:spPr>
          <a:xfrm>
            <a:off x="543240" y="1526760"/>
            <a:ext cx="11408760" cy="3878640"/>
          </a:xfrm>
          <a:prstGeom prst="rect">
            <a:avLst/>
          </a:prstGeom>
          <a:ln>
            <a:noFill/>
          </a:ln>
        </p:spPr>
      </p:pic>
      <p:grpSp>
        <p:nvGrpSpPr>
          <p:cNvPr id="193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94" name="Group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95" name="Group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96" name="Group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861ECA-A145-A0E2-A064-E48F6CD65CE0}"/>
                  </a:ext>
                </a:extLst>
              </p14:cNvPr>
              <p14:cNvContentPartPr/>
              <p14:nvPr/>
            </p14:nvContentPartPr>
            <p14:xfrm>
              <a:off x="7467817" y="2602903"/>
              <a:ext cx="1603440" cy="901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861ECA-A145-A0E2-A064-E48F6CD65C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60257" y="2595343"/>
                <a:ext cx="1618560" cy="9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974CADC-2F1D-A1AE-3565-7BA01529E9CF}"/>
                  </a:ext>
                </a:extLst>
              </p14:cNvPr>
              <p14:cNvContentPartPr/>
              <p14:nvPr/>
            </p14:nvContentPartPr>
            <p14:xfrm>
              <a:off x="1459777" y="4485703"/>
              <a:ext cx="764280" cy="195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974CADC-2F1D-A1AE-3565-7BA01529E9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52217" y="4478143"/>
                <a:ext cx="7790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B86D85E-CFFB-3950-837F-E86FBC14DEDD}"/>
                  </a:ext>
                </a:extLst>
              </p14:cNvPr>
              <p14:cNvContentPartPr/>
              <p14:nvPr/>
            </p14:nvContentPartPr>
            <p14:xfrm>
              <a:off x="6322657" y="1316263"/>
              <a:ext cx="874800" cy="2858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B86D85E-CFFB-3950-837F-E86FBC14DE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15097" y="1308703"/>
                <a:ext cx="889560" cy="28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2C1F232-C654-599F-F7DB-95A595DF2605}"/>
                  </a:ext>
                </a:extLst>
              </p14:cNvPr>
              <p14:cNvContentPartPr/>
              <p14:nvPr/>
            </p14:nvContentPartPr>
            <p14:xfrm>
              <a:off x="6118537" y="1372783"/>
              <a:ext cx="3379320" cy="2669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2C1F232-C654-599F-F7DB-95A595DF260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10976" y="1365223"/>
                <a:ext cx="3394442" cy="268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E97898F-754C-8B04-651C-267A4A812ECA}"/>
                  </a:ext>
                </a:extLst>
              </p14:cNvPr>
              <p14:cNvContentPartPr/>
              <p14:nvPr/>
            </p14:nvContentPartPr>
            <p14:xfrm>
              <a:off x="6055897" y="1400143"/>
              <a:ext cx="839520" cy="2876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E97898F-754C-8B04-651C-267A4A812EC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48337" y="1392583"/>
                <a:ext cx="854640" cy="289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What </a:t>
            </a:r>
            <a:r>
              <a:rPr lang="en-US" sz="4400" b="1" spc="-1">
                <a:solidFill>
                  <a:srgbClr val="002060"/>
                </a:solidFill>
                <a:latin typeface="Calibri Light"/>
              </a:rPr>
              <a:t>can</a:t>
            </a: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 </a:t>
            </a:r>
            <a:r>
              <a:rPr lang="en-US" sz="4400" b="1" spc="-1">
                <a:solidFill>
                  <a:srgbClr val="002060"/>
                </a:solidFill>
                <a:latin typeface="Calibri Light"/>
              </a:rPr>
              <a:t>be done</a:t>
            </a: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?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8" name="Picture 3"/>
          <p:cNvPicPr/>
          <p:nvPr/>
        </p:nvPicPr>
        <p:blipFill>
          <a:blip r:embed="rId2"/>
          <a:stretch/>
        </p:blipFill>
        <p:spPr>
          <a:xfrm>
            <a:off x="461520" y="1787760"/>
            <a:ext cx="11234160" cy="3823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50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Computationally efficient inception modules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0" name="Picture 3"/>
          <p:cNvPicPr/>
          <p:nvPr/>
        </p:nvPicPr>
        <p:blipFill>
          <a:blip r:embed="rId2"/>
          <a:stretch/>
        </p:blipFill>
        <p:spPr>
          <a:xfrm>
            <a:off x="1019160" y="1600200"/>
            <a:ext cx="10153440" cy="3657240"/>
          </a:xfrm>
          <a:prstGeom prst="rect">
            <a:avLst/>
          </a:prstGeom>
          <a:ln>
            <a:noFill/>
          </a:ln>
        </p:spPr>
      </p:pic>
      <p:grpSp>
        <p:nvGrpSpPr>
          <p:cNvPr id="231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32" name="Group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47D0D2-B282-ACA2-92D9-CF57136B9565}"/>
                  </a:ext>
                </a:extLst>
              </p14:cNvPr>
              <p14:cNvContentPartPr/>
              <p14:nvPr/>
            </p14:nvContentPartPr>
            <p14:xfrm>
              <a:off x="7401217" y="2252263"/>
              <a:ext cx="195840" cy="191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47D0D2-B282-ACA2-92D9-CF57136B95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3657" y="2244703"/>
                <a:ext cx="210960" cy="20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50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Computationally efficient inception modules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4" name="Content Placeholder 3"/>
          <p:cNvPicPr/>
          <p:nvPr/>
        </p:nvPicPr>
        <p:blipFill>
          <a:blip r:embed="rId2"/>
          <a:stretch/>
        </p:blipFill>
        <p:spPr>
          <a:xfrm>
            <a:off x="511200" y="1577880"/>
            <a:ext cx="10915920" cy="4040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 txBox="1"/>
          <p:nvPr/>
        </p:nvSpPr>
        <p:spPr>
          <a:xfrm>
            <a:off x="1278720" y="155520"/>
            <a:ext cx="10384920" cy="12783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lnSpcReduction="1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Computationally efficient inception modules</a:t>
            </a:r>
            <a:br/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The improvements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36" name="Picture 3"/>
          <p:cNvPicPr/>
          <p:nvPr/>
        </p:nvPicPr>
        <p:blipFill>
          <a:blip r:embed="rId2"/>
          <a:stretch/>
        </p:blipFill>
        <p:spPr>
          <a:xfrm>
            <a:off x="918360" y="1290960"/>
            <a:ext cx="10745280" cy="4372200"/>
          </a:xfrm>
          <a:prstGeom prst="rect">
            <a:avLst/>
          </a:prstGeom>
          <a:ln>
            <a:noFill/>
          </a:ln>
        </p:spPr>
      </p:pic>
      <p:grpSp>
        <p:nvGrpSpPr>
          <p:cNvPr id="237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5DA16E-AA7A-AC09-18E1-3D2B9998C584}"/>
                  </a:ext>
                </a:extLst>
              </p14:cNvPr>
              <p14:cNvContentPartPr/>
              <p14:nvPr/>
            </p14:nvContentPartPr>
            <p14:xfrm>
              <a:off x="7698937" y="3750943"/>
              <a:ext cx="1465560" cy="124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5DA16E-AA7A-AC09-18E1-3D2B9998C5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91379" y="3743741"/>
                <a:ext cx="1480316" cy="1259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9EF02C4-6A61-3675-8436-B59DA7EABDC2}"/>
                  </a:ext>
                </a:extLst>
              </p14:cNvPr>
              <p14:cNvContentPartPr/>
              <p14:nvPr/>
            </p14:nvContentPartPr>
            <p14:xfrm>
              <a:off x="2472817" y="3526303"/>
              <a:ext cx="3726720" cy="952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9EF02C4-6A61-3675-8436-B59DA7EABD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8778" y="3515863"/>
                <a:ext cx="3751558" cy="9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0DCD83D-EEFC-2964-2901-3C7110852058}"/>
                  </a:ext>
                </a:extLst>
              </p14:cNvPr>
              <p14:cNvContentPartPr/>
              <p14:nvPr/>
            </p14:nvContentPartPr>
            <p14:xfrm>
              <a:off x="5718217" y="3218863"/>
              <a:ext cx="217800" cy="501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0DCD83D-EEFC-2964-2901-3C71108520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07777" y="3208063"/>
                <a:ext cx="23904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03F00A8-27F0-B1C7-B48C-E5256F01F190}"/>
                  </a:ext>
                </a:extLst>
              </p14:cNvPr>
              <p14:cNvContentPartPr/>
              <p14:nvPr/>
            </p14:nvContentPartPr>
            <p14:xfrm>
              <a:off x="4288657" y="3294103"/>
              <a:ext cx="315720" cy="541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03F00A8-27F0-B1C7-B48C-E5256F01F1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77857" y="3283663"/>
                <a:ext cx="336960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00D648F-A3FC-9D3D-7636-AFF8AC536F72}"/>
                  </a:ext>
                </a:extLst>
              </p14:cNvPr>
              <p14:cNvContentPartPr/>
              <p14:nvPr/>
            </p14:nvContentPartPr>
            <p14:xfrm>
              <a:off x="2960617" y="3200863"/>
              <a:ext cx="253440" cy="537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00D648F-A3FC-9D3D-7636-AFF8AC536F7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50177" y="3190423"/>
                <a:ext cx="274680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8F60A08-23A4-6ACA-514D-BD7CDD4C0FB5}"/>
                  </a:ext>
                </a:extLst>
              </p14:cNvPr>
              <p14:cNvContentPartPr/>
              <p14:nvPr/>
            </p14:nvContentPartPr>
            <p14:xfrm>
              <a:off x="1109137" y="2326063"/>
              <a:ext cx="5142240" cy="604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8F60A08-23A4-6ACA-514D-BD7CDD4C0FB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94736" y="2315617"/>
                <a:ext cx="5167082" cy="629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9E93550-3B10-6D58-9010-68A5A38AA58A}"/>
                  </a:ext>
                </a:extLst>
              </p14:cNvPr>
              <p14:cNvContentPartPr/>
              <p14:nvPr/>
            </p14:nvContentPartPr>
            <p14:xfrm>
              <a:off x="1158097" y="2059303"/>
              <a:ext cx="4866840" cy="7772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9E93550-3B10-6D58-9010-68A5A38AA58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43698" y="2044910"/>
                <a:ext cx="4895278" cy="8056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4E313C3-606A-CC1D-260F-45537BCD2AF8}"/>
                  </a:ext>
                </a:extLst>
              </p14:cNvPr>
              <p14:cNvContentPartPr/>
              <p14:nvPr/>
            </p14:nvContentPartPr>
            <p14:xfrm>
              <a:off x="3960337" y="1372783"/>
              <a:ext cx="523800" cy="389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4E313C3-606A-CC1D-260F-45537BCD2AF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46297" y="1358743"/>
                <a:ext cx="552240" cy="41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45687-C264-34CF-458D-DA9555B1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0122-7124-6D23-4273-FA5DFB892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Inception Blocks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FAA1B-98B6-10E2-6045-2A547D520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188"/>
            <a:ext cx="7882394" cy="52371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The Inception blocks need fewer parameters and less computational complexity than single 3x3 or 5x5 convolutional blocks (in case these were used). </a:t>
            </a:r>
          </a:p>
          <a:p>
            <a:r>
              <a:rPr lang="en-US">
                <a:ea typeface="+mn-lt"/>
                <a:cs typeface="+mn-lt"/>
              </a:rPr>
              <a:t>For a 256 channels output layer, Inception needs only 16,000 parameters and costs only 128 Mega FLOPS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A 3x3 convolutional layer would need 44,000 parameters and cost 346 Mega FLOPS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A 5x5 convolutional layer would need 1,22,000 parameters and cost 963 Mega FLOPS</a:t>
            </a:r>
          </a:p>
          <a:p>
            <a:r>
              <a:rPr lang="en-US">
                <a:ea typeface="+mn-lt"/>
                <a:cs typeface="+mn-lt"/>
              </a:rPr>
              <a:t>Inception blocks, essentially get the same job done as single convolutional layers, with much better memory and compute efficiency.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A40EB25C-DBA2-7C7F-5C64-AE88B9252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593" y="1352323"/>
            <a:ext cx="3467100" cy="16859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A71352-A231-AF50-7020-D96D8D14327E}"/>
                  </a:ext>
                </a:extLst>
              </p14:cNvPr>
              <p14:cNvContentPartPr/>
              <p14:nvPr/>
            </p14:nvContentPartPr>
            <p14:xfrm>
              <a:off x="10092217" y="1773103"/>
              <a:ext cx="519840" cy="36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A71352-A231-AF50-7020-D96D8D1432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4657" y="1765543"/>
                <a:ext cx="5349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312AE6-338F-1683-735F-65490CE20C66}"/>
                  </a:ext>
                </a:extLst>
              </p14:cNvPr>
              <p14:cNvContentPartPr/>
              <p14:nvPr/>
            </p14:nvContentPartPr>
            <p14:xfrm>
              <a:off x="7228777" y="3069823"/>
              <a:ext cx="53280" cy="27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312AE6-338F-1683-735F-65490CE20C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21217" y="3062263"/>
                <a:ext cx="68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D18E39C-EF16-8D53-3D1A-3DAA0D0FF4B7}"/>
                  </a:ext>
                </a:extLst>
              </p14:cNvPr>
              <p14:cNvContentPartPr/>
              <p14:nvPr/>
            </p14:nvContentPartPr>
            <p14:xfrm>
              <a:off x="10909417" y="1764463"/>
              <a:ext cx="768600" cy="382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D18E39C-EF16-8D53-3D1A-3DAA0D0FF4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01857" y="1756903"/>
                <a:ext cx="783720" cy="39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72376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58FC0993-F962-F461-F5D7-3E8C98AC4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79989" y="-1310822"/>
            <a:ext cx="5004808" cy="10640785"/>
          </a:xfrm>
          <a:prstGeom prst="rect">
            <a:avLst/>
          </a:prstGeom>
        </p:spPr>
      </p:pic>
      <p:sp>
        <p:nvSpPr>
          <p:cNvPr id="6" name="TextShape 1">
            <a:extLst>
              <a:ext uri="{FF2B5EF4-FFF2-40B4-BE49-F238E27FC236}">
                <a16:creationId xmlns:a16="http://schemas.microsoft.com/office/drawing/2014/main" id="{1EA00A70-9B11-E81A-78E8-CFFE27C52540}"/>
              </a:ext>
            </a:extLst>
          </p:cNvPr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50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GoogleNet: The complete architecture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DA917A-AEBE-A9A1-313C-943BD9A63EE0}"/>
                  </a:ext>
                </a:extLst>
              </p14:cNvPr>
              <p14:cNvContentPartPr/>
              <p14:nvPr/>
            </p14:nvContentPartPr>
            <p14:xfrm>
              <a:off x="6845737" y="5930743"/>
              <a:ext cx="682920" cy="641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DA917A-AEBE-A9A1-313C-943BD9A63E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38177" y="5923543"/>
                <a:ext cx="69804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970BD5-5813-47A1-43CC-9FF87E1AF2AF}"/>
                  </a:ext>
                </a:extLst>
              </p14:cNvPr>
              <p14:cNvContentPartPr/>
              <p14:nvPr/>
            </p14:nvContentPartPr>
            <p14:xfrm>
              <a:off x="4621297" y="5597023"/>
              <a:ext cx="860400" cy="1085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970BD5-5813-47A1-43CC-9FF87E1AF2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13737" y="5589463"/>
                <a:ext cx="875160" cy="11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09F784C-B868-D23C-A2B3-06E4B8C36AEF}"/>
                  </a:ext>
                </a:extLst>
              </p14:cNvPr>
              <p14:cNvContentPartPr/>
              <p14:nvPr/>
            </p14:nvContentPartPr>
            <p14:xfrm>
              <a:off x="9102217" y="5631583"/>
              <a:ext cx="970920" cy="1025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09F784C-B868-D23C-A2B3-06E4B8C36A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94657" y="5624023"/>
                <a:ext cx="986040" cy="10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5A67E33-471E-36F7-B73E-0E89DB5AC2D2}"/>
                  </a:ext>
                </a:extLst>
              </p14:cNvPr>
              <p14:cNvContentPartPr/>
              <p14:nvPr/>
            </p14:nvContentPartPr>
            <p14:xfrm>
              <a:off x="795577" y="1163263"/>
              <a:ext cx="1045440" cy="1408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5A67E33-471E-36F7-B73E-0E89DB5AC2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8017" y="1155703"/>
                <a:ext cx="1060560" cy="14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7D02565-5931-DDFF-A243-C03E50FDD418}"/>
                  </a:ext>
                </a:extLst>
              </p14:cNvPr>
              <p14:cNvContentPartPr/>
              <p14:nvPr/>
            </p14:nvContentPartPr>
            <p14:xfrm>
              <a:off x="1761817" y="5280583"/>
              <a:ext cx="27000" cy="71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7D02565-5931-DDFF-A243-C03E50FDD41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4257" y="5273023"/>
                <a:ext cx="421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FDF729-395B-C53A-77C8-A7AE4784EB8A}"/>
                  </a:ext>
                </a:extLst>
              </p14:cNvPr>
              <p14:cNvContentPartPr/>
              <p14:nvPr/>
            </p14:nvContentPartPr>
            <p14:xfrm>
              <a:off x="856417" y="5267263"/>
              <a:ext cx="44280" cy="22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FDF729-395B-C53A-77C8-A7AE4784EB8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8857" y="5259703"/>
                <a:ext cx="594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0C797ED-35C0-4E92-6523-8E68AE6BE687}"/>
                  </a:ext>
                </a:extLst>
              </p14:cNvPr>
              <p14:cNvContentPartPr/>
              <p14:nvPr/>
            </p14:nvContentPartPr>
            <p14:xfrm>
              <a:off x="1619617" y="5176183"/>
              <a:ext cx="31320" cy="38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0C797ED-35C0-4E92-6523-8E68AE6BE68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12057" y="5168623"/>
                <a:ext cx="464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C754903-6524-626D-9F8D-B763AB7625FA}"/>
                  </a:ext>
                </a:extLst>
              </p14:cNvPr>
              <p14:cNvContentPartPr/>
              <p14:nvPr/>
            </p14:nvContentPartPr>
            <p14:xfrm>
              <a:off x="2153137" y="5018503"/>
              <a:ext cx="39960" cy="27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C754903-6524-626D-9F8D-B763AB7625F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45577" y="5010943"/>
                <a:ext cx="547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147B97-3871-BB01-FFF0-482866917B24}"/>
                  </a:ext>
                </a:extLst>
              </p14:cNvPr>
              <p14:cNvContentPartPr/>
              <p14:nvPr/>
            </p14:nvContentPartPr>
            <p14:xfrm>
              <a:off x="3258337" y="4903303"/>
              <a:ext cx="40320" cy="22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147B97-3871-BB01-FFF0-482866917B2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250777" y="4895743"/>
                <a:ext cx="554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F190FB9-1E0E-D32F-B260-45D66B061BCD}"/>
                  </a:ext>
                </a:extLst>
              </p14:cNvPr>
              <p14:cNvContentPartPr/>
              <p14:nvPr/>
            </p14:nvContentPartPr>
            <p14:xfrm>
              <a:off x="4039897" y="4734823"/>
              <a:ext cx="40320" cy="13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F190FB9-1E0E-D32F-B260-45D66B061BC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32337" y="4727263"/>
                <a:ext cx="55440" cy="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5085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3046-76D2-5C60-0E6F-60548ADB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>
                <a:ea typeface="+mj-lt"/>
                <a:cs typeface="+mj-lt"/>
              </a:rPr>
              <a:t>Stage 1 &amp; 2</a:t>
            </a:r>
            <a:endParaRPr lang="en-US" sz="3600" b="0">
              <a:solidFill>
                <a:srgbClr val="00000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707B6-5D69-552B-EA82-FEA34F407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188"/>
            <a:ext cx="11284179" cy="52371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The network starts with an image size of 224x224x3. Then it goes through a 7x7 Conv, 3x3 </a:t>
            </a:r>
            <a:r>
              <a:rPr lang="en-US" err="1">
                <a:ea typeface="Calibri"/>
                <a:cs typeface="Calibri"/>
              </a:rPr>
              <a:t>MaxPool</a:t>
            </a:r>
            <a:r>
              <a:rPr lang="en-US">
                <a:ea typeface="Calibri"/>
                <a:cs typeface="Calibri"/>
              </a:rPr>
              <a:t>, 1x1 Conv, 3x3 Conv, and a 3x3 </a:t>
            </a:r>
            <a:r>
              <a:rPr lang="en-US" err="1">
                <a:ea typeface="Calibri"/>
                <a:cs typeface="Calibri"/>
              </a:rPr>
              <a:t>MaxPool</a:t>
            </a:r>
            <a:r>
              <a:rPr lang="en-US">
                <a:ea typeface="Calibri"/>
                <a:cs typeface="Calibri"/>
              </a:rPr>
              <a:t>, and results in an image of size 192x28x28.</a:t>
            </a:r>
          </a:p>
          <a:p>
            <a:r>
              <a:rPr lang="en-US">
                <a:ea typeface="Calibri"/>
                <a:cs typeface="Calibri"/>
              </a:rPr>
              <a:t>This part of the network is very similar to </a:t>
            </a:r>
            <a:r>
              <a:rPr lang="en-US" err="1">
                <a:ea typeface="Calibri"/>
                <a:cs typeface="Calibri"/>
              </a:rPr>
              <a:t>AlexNet</a:t>
            </a:r>
            <a:r>
              <a:rPr lang="en-US">
                <a:ea typeface="Calibri"/>
                <a:cs typeface="Calibri"/>
              </a:rPr>
              <a:t>, except that the image size in </a:t>
            </a:r>
            <a:r>
              <a:rPr lang="en-US" err="1">
                <a:ea typeface="Calibri"/>
                <a:cs typeface="Calibri"/>
              </a:rPr>
              <a:t>AlexNet</a:t>
            </a:r>
            <a:r>
              <a:rPr lang="en-US">
                <a:ea typeface="Calibri"/>
                <a:cs typeface="Calibri"/>
              </a:rPr>
              <a:t> is further reduced to 256x12x12.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7CA223-975A-D4CB-83A1-E3F93382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433" y="3861479"/>
            <a:ext cx="3724275" cy="26003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4E3C41-B8F5-2B9C-E746-A121F667840E}"/>
                  </a:ext>
                </a:extLst>
              </p14:cNvPr>
              <p14:cNvContentPartPr/>
              <p14:nvPr/>
            </p14:nvContentPartPr>
            <p14:xfrm>
              <a:off x="6828457" y="1572583"/>
              <a:ext cx="1590120" cy="57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4E3C41-B8F5-2B9C-E746-A121F66784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0897" y="1565023"/>
                <a:ext cx="16052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EB5E95-0A88-B25C-A253-CDBD17C3961F}"/>
                  </a:ext>
                </a:extLst>
              </p14:cNvPr>
              <p14:cNvContentPartPr/>
              <p14:nvPr/>
            </p14:nvContentPartPr>
            <p14:xfrm>
              <a:off x="4879777" y="2354143"/>
              <a:ext cx="957600" cy="5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EB5E95-0A88-B25C-A253-CDBD17C396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72217" y="2346583"/>
                <a:ext cx="9727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D0B8A35-4FF7-E3F5-9C53-EE54F828F9AA}"/>
                  </a:ext>
                </a:extLst>
              </p14:cNvPr>
              <p14:cNvContentPartPr/>
              <p14:nvPr/>
            </p14:nvContentPartPr>
            <p14:xfrm>
              <a:off x="3120817" y="2523343"/>
              <a:ext cx="8215200" cy="594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D0B8A35-4FF7-E3F5-9C53-EE54F828F9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13257" y="2515788"/>
                <a:ext cx="8229959" cy="609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86DC4AE-D9EF-B90B-B36F-3BA36FF27D40}"/>
                  </a:ext>
                </a:extLst>
              </p14:cNvPr>
              <p14:cNvContentPartPr/>
              <p14:nvPr/>
            </p14:nvContentPartPr>
            <p14:xfrm>
              <a:off x="1357897" y="3149023"/>
              <a:ext cx="6745680" cy="191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86DC4AE-D9EF-B90B-B36F-3BA36FF27D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0337" y="3141463"/>
                <a:ext cx="67608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2A0745C-0595-AB4C-6ED5-06135F46DF5F}"/>
                  </a:ext>
                </a:extLst>
              </p14:cNvPr>
              <p14:cNvContentPartPr/>
              <p14:nvPr/>
            </p14:nvContentPartPr>
            <p14:xfrm>
              <a:off x="6271537" y="3188983"/>
              <a:ext cx="1729440" cy="137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2A0745C-0595-AB4C-6ED5-06135F46DF5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63979" y="3181423"/>
                <a:ext cx="1744557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CF61394-40DC-9D8E-CF6B-F672828B70DD}"/>
                  </a:ext>
                </a:extLst>
              </p14:cNvPr>
              <p14:cNvContentPartPr/>
              <p14:nvPr/>
            </p14:nvContentPartPr>
            <p14:xfrm>
              <a:off x="10798537" y="2027263"/>
              <a:ext cx="27000" cy="47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CF61394-40DC-9D8E-CF6B-F672828B70D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790977" y="2019703"/>
                <a:ext cx="421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C29F1C0-3526-B8D9-A4AF-C643EFD5CB2F}"/>
                  </a:ext>
                </a:extLst>
              </p14:cNvPr>
              <p14:cNvContentPartPr/>
              <p14:nvPr/>
            </p14:nvContentPartPr>
            <p14:xfrm>
              <a:off x="4723537" y="1874623"/>
              <a:ext cx="1727640" cy="568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C29F1C0-3526-B8D9-A4AF-C643EFD5CB2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15977" y="1867063"/>
                <a:ext cx="174276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F43AC84-5806-C45F-0F82-A84F03C3511D}"/>
                  </a:ext>
                </a:extLst>
              </p14:cNvPr>
              <p14:cNvContentPartPr/>
              <p14:nvPr/>
            </p14:nvContentPartPr>
            <p14:xfrm>
              <a:off x="6721897" y="1000903"/>
              <a:ext cx="1670040" cy="616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F43AC84-5806-C45F-0F82-A84F03C3511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14337" y="993343"/>
                <a:ext cx="1685160" cy="6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50350EF-AFBD-BFF0-2005-A184ABEBCD40}"/>
                  </a:ext>
                </a:extLst>
              </p14:cNvPr>
              <p14:cNvContentPartPr/>
              <p14:nvPr/>
            </p14:nvContentPartPr>
            <p14:xfrm>
              <a:off x="4544257" y="1852303"/>
              <a:ext cx="2993400" cy="560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50350EF-AFBD-BFF0-2005-A184ABEBCD4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536697" y="1844743"/>
                <a:ext cx="300852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981A50A-B69C-6863-5BA0-9BF0609E9679}"/>
                  </a:ext>
                </a:extLst>
              </p14:cNvPr>
              <p14:cNvContentPartPr/>
              <p14:nvPr/>
            </p14:nvContentPartPr>
            <p14:xfrm>
              <a:off x="6220057" y="2829343"/>
              <a:ext cx="1798920" cy="542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981A50A-B69C-6863-5BA0-9BF0609E967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212497" y="2821783"/>
                <a:ext cx="1813680" cy="55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8055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A005-BED4-26B8-7F06-491F4DBE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354A-BF1A-43EF-A696-EA90F438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Stage 3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BDB50-0BF6-4FC6-1E82-E274999C9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188"/>
            <a:ext cx="5768751" cy="52371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Stage 3 has two Inception blocks and in the end a Max Pool layer. </a:t>
            </a:r>
          </a:p>
          <a:p>
            <a:r>
              <a:rPr lang="en-US">
                <a:ea typeface="+mn-lt"/>
                <a:cs typeface="+mn-lt"/>
              </a:rPr>
              <a:t>Block 1 has 256 channels, whereas block 2 has 480 channels. </a:t>
            </a:r>
          </a:p>
          <a:p>
            <a:r>
              <a:rPr lang="en-US">
                <a:ea typeface="+mn-lt"/>
                <a:cs typeface="+mn-lt"/>
              </a:rPr>
              <a:t>The input image of 192x28x28 now becomes 480x14x14, after the two inception blocks and the </a:t>
            </a:r>
            <a:r>
              <a:rPr lang="en-US" err="1">
                <a:ea typeface="+mn-lt"/>
                <a:cs typeface="+mn-lt"/>
              </a:rPr>
              <a:t>MaxPooling</a:t>
            </a:r>
            <a:r>
              <a:rPr lang="en-US">
                <a:ea typeface="+mn-lt"/>
                <a:cs typeface="+mn-lt"/>
              </a:rPr>
              <a:t> layer.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19DAF6-6DB5-2B06-9A2F-A169D443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737" y="559935"/>
            <a:ext cx="4826454" cy="57381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81FF98-FCE9-37F0-81E9-BBAC1FAF34D7}"/>
                  </a:ext>
                </a:extLst>
              </p14:cNvPr>
              <p14:cNvContentPartPr/>
              <p14:nvPr/>
            </p14:nvContentPartPr>
            <p14:xfrm>
              <a:off x="2454457" y="1946983"/>
              <a:ext cx="1012320" cy="97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81FF98-FCE9-37F0-81E9-BBAC1FAF34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4377" y="1936903"/>
                <a:ext cx="10324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FBBF775-9881-B35E-61E9-BFE28BC9B114}"/>
                  </a:ext>
                </a:extLst>
              </p14:cNvPr>
              <p14:cNvContentPartPr/>
              <p14:nvPr/>
            </p14:nvContentPartPr>
            <p14:xfrm>
              <a:off x="3453817" y="1533343"/>
              <a:ext cx="1665360" cy="127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FBBF775-9881-B35E-61E9-BFE28BC9B1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3739" y="1523263"/>
                <a:ext cx="1685516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65B37C3-43D7-F7E3-CCBB-1EE9B123DCB4}"/>
                  </a:ext>
                </a:extLst>
              </p14:cNvPr>
              <p14:cNvContentPartPr/>
              <p14:nvPr/>
            </p14:nvContentPartPr>
            <p14:xfrm>
              <a:off x="1802137" y="2359183"/>
              <a:ext cx="2144880" cy="120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65B37C3-43D7-F7E3-CCBB-1EE9B123DC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92055" y="2351983"/>
                <a:ext cx="2162523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D4606C4-E6B2-6EEF-CC1B-5F4B1FF1D190}"/>
                  </a:ext>
                </a:extLst>
              </p14:cNvPr>
              <p14:cNvContentPartPr/>
              <p14:nvPr/>
            </p14:nvContentPartPr>
            <p14:xfrm>
              <a:off x="1730857" y="2772463"/>
              <a:ext cx="1905480" cy="164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D4606C4-E6B2-6EEF-CC1B-5F4B1FF1D1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3297" y="2764903"/>
                <a:ext cx="19206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30A6E9E-79B2-3C4C-E3D8-87B68CBA4DB5}"/>
                  </a:ext>
                </a:extLst>
              </p14:cNvPr>
              <p14:cNvContentPartPr/>
              <p14:nvPr/>
            </p14:nvContentPartPr>
            <p14:xfrm>
              <a:off x="3841897" y="3252343"/>
              <a:ext cx="1312920" cy="79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30A6E9E-79B2-3C4C-E3D8-87B68CBA4D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34337" y="3244783"/>
                <a:ext cx="13280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3401695-5A4B-CDEF-9559-1AC1DCC14624}"/>
                  </a:ext>
                </a:extLst>
              </p14:cNvPr>
              <p14:cNvContentPartPr/>
              <p14:nvPr/>
            </p14:nvContentPartPr>
            <p14:xfrm>
              <a:off x="2387857" y="3655903"/>
              <a:ext cx="1679040" cy="120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3401695-5A4B-CDEF-9559-1AC1DCC1462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80297" y="3648343"/>
                <a:ext cx="16938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23260D8-6305-89A8-8FEB-BC7F24644F1A}"/>
                  </a:ext>
                </a:extLst>
              </p14:cNvPr>
              <p14:cNvContentPartPr/>
              <p14:nvPr/>
            </p14:nvContentPartPr>
            <p14:xfrm>
              <a:off x="8684617" y="1404463"/>
              <a:ext cx="1459800" cy="466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23260D8-6305-89A8-8FEB-BC7F24644F1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70577" y="1390423"/>
                <a:ext cx="148824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06DEA70-9016-CCC8-DCDB-259ED1C207D4}"/>
                  </a:ext>
                </a:extLst>
              </p14:cNvPr>
              <p14:cNvContentPartPr/>
              <p14:nvPr/>
            </p14:nvContentPartPr>
            <p14:xfrm>
              <a:off x="8657977" y="854383"/>
              <a:ext cx="1834200" cy="736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06DEA70-9016-CCC8-DCDB-259ED1C207D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47537" y="843943"/>
                <a:ext cx="185544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D1A2079-D2F4-B40F-85D9-35EFBC6F31A5}"/>
                  </a:ext>
                </a:extLst>
              </p14:cNvPr>
              <p14:cNvContentPartPr/>
              <p14:nvPr/>
            </p14:nvContentPartPr>
            <p14:xfrm>
              <a:off x="6131137" y="596263"/>
              <a:ext cx="5267520" cy="5924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D1A2079-D2F4-B40F-85D9-35EFBC6F31A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20337" y="585823"/>
                <a:ext cx="5288760" cy="59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D5874F8-DC5D-F91B-7B57-FE45D39B4DF0}"/>
                  </a:ext>
                </a:extLst>
              </p14:cNvPr>
              <p14:cNvContentPartPr/>
              <p14:nvPr/>
            </p14:nvContentPartPr>
            <p14:xfrm>
              <a:off x="6517777" y="3060823"/>
              <a:ext cx="5226840" cy="399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D5874F8-DC5D-F91B-7B57-FE45D39B4DF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06977" y="3050383"/>
                <a:ext cx="524808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7D05940-A7CD-B470-CD7E-C23F00D1A61C}"/>
                  </a:ext>
                </a:extLst>
              </p14:cNvPr>
              <p14:cNvContentPartPr/>
              <p14:nvPr/>
            </p14:nvContentPartPr>
            <p14:xfrm>
              <a:off x="8229217" y="1382503"/>
              <a:ext cx="2902680" cy="595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7D05940-A7CD-B470-CD7E-C23F00D1A61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18777" y="1368112"/>
                <a:ext cx="2923920" cy="619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F829E33-FF33-FD10-71A8-C23E06EF1FB1}"/>
                  </a:ext>
                </a:extLst>
              </p14:cNvPr>
              <p14:cNvContentPartPr/>
              <p14:nvPr/>
            </p14:nvContentPartPr>
            <p14:xfrm>
              <a:off x="10950817" y="1941943"/>
              <a:ext cx="529560" cy="1279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F829E33-FF33-FD10-71A8-C23E06EF1FB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940370" y="1931143"/>
                <a:ext cx="550814" cy="130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1000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7B42-EDE8-6C09-90C2-F7131070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AB6A-B5B0-E55F-A48C-0D1BF0BE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Stage 4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345F7-F437-E7ED-3892-85920222F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188"/>
            <a:ext cx="4281037" cy="523716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ea typeface="+mn-lt"/>
                <a:cs typeface="+mn-lt"/>
              </a:rPr>
              <a:t>Stage 4 has 5 inception blocks followed by a </a:t>
            </a:r>
            <a:r>
              <a:rPr lang="en-US" err="1">
                <a:ea typeface="+mn-lt"/>
                <a:cs typeface="+mn-lt"/>
              </a:rPr>
              <a:t>MaxPool</a:t>
            </a:r>
            <a:r>
              <a:rPr lang="en-US">
                <a:ea typeface="+mn-lt"/>
                <a:cs typeface="+mn-lt"/>
              </a:rPr>
              <a:t>, and stage 5 has 2 inception blocks followed by a </a:t>
            </a:r>
            <a:r>
              <a:rPr lang="en-US" err="1">
                <a:ea typeface="+mn-lt"/>
                <a:cs typeface="+mn-lt"/>
              </a:rPr>
              <a:t>GlobalAveragePool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Input image size — 480x14x14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Inception Block 1–512 channels (increased output channel)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Inception Block 2–512 channels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Inception Block 3–512 channels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Inception Block 4–512 channels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Inception Block 5–832 channels (increased output channel)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Output image size after Max Pool — 832x7x7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845E26-727F-8133-7403-9C6A647B6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380" y="1827666"/>
            <a:ext cx="6105525" cy="3819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B9220AE-5A0D-B105-1F11-52976C504245}"/>
                  </a:ext>
                </a:extLst>
              </p14:cNvPr>
              <p14:cNvContentPartPr/>
              <p14:nvPr/>
            </p14:nvContentPartPr>
            <p14:xfrm>
              <a:off x="1983937" y="5103463"/>
              <a:ext cx="1279080" cy="591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B9220AE-5A0D-B105-1F11-52976C5042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6377" y="5096263"/>
                <a:ext cx="1294200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B7B03A6-FBF1-CE8A-AABB-445FB9D1B420}"/>
                  </a:ext>
                </a:extLst>
              </p14:cNvPr>
              <p14:cNvContentPartPr/>
              <p14:nvPr/>
            </p14:nvContentPartPr>
            <p14:xfrm>
              <a:off x="2106337" y="5406223"/>
              <a:ext cx="934560" cy="195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B7B03A6-FBF1-CE8A-AABB-445FB9D1B4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98780" y="5398663"/>
                <a:ext cx="949674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9460EEC-A5A8-829B-70DA-AD1468AB9F7C}"/>
                  </a:ext>
                </a:extLst>
              </p14:cNvPr>
              <p14:cNvContentPartPr/>
              <p14:nvPr/>
            </p14:nvContentPartPr>
            <p14:xfrm>
              <a:off x="6707137" y="3466543"/>
              <a:ext cx="2715120" cy="1028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9460EEC-A5A8-829B-70DA-AD1468AB9F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99577" y="3458983"/>
                <a:ext cx="2730240" cy="104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92090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5FE78-5B7F-C644-56AF-3E98871E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B87B-23E4-F2F1-2E33-6D51C33C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Spatially Separable Convolutions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4F70-24A7-9B6C-EADE-E9A101FB0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250974"/>
            <a:ext cx="10939465" cy="2778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An </a:t>
            </a:r>
            <a:r>
              <a:rPr lang="en-US" err="1">
                <a:ea typeface="Calibri"/>
                <a:cs typeface="Calibri"/>
              </a:rPr>
              <a:t>NxN</a:t>
            </a:r>
            <a:r>
              <a:rPr lang="en-US">
                <a:ea typeface="Calibri"/>
                <a:cs typeface="Calibri"/>
              </a:rPr>
              <a:t> 2-D convolution can be decomposed into two 1-D convolution — 1xN and Nx1.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Applying these 1x1 filters sequentially can give same receptive field as original </a:t>
            </a:r>
            <a:r>
              <a:rPr lang="en-US" err="1">
                <a:ea typeface="+mn-lt"/>
                <a:cs typeface="+mn-lt"/>
              </a:rPr>
              <a:t>NxN</a:t>
            </a:r>
            <a:r>
              <a:rPr lang="en-US">
                <a:ea typeface="+mn-lt"/>
                <a:cs typeface="+mn-lt"/>
              </a:rPr>
              <a:t> filter. </a:t>
            </a:r>
          </a:p>
          <a:p>
            <a:r>
              <a:rPr lang="en-US">
                <a:ea typeface="+mn-lt"/>
                <a:cs typeface="+mn-lt"/>
              </a:rPr>
              <a:t>But, needs much fewer operations and weights 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For N=5, it needs 5+5=10 weights instead of 5x5=25 weights.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A black rectangular object with numbers&#10;&#10;AI-generated content may be incorrect.">
            <a:extLst>
              <a:ext uri="{FF2B5EF4-FFF2-40B4-BE49-F238E27FC236}">
                <a16:creationId xmlns:a16="http://schemas.microsoft.com/office/drawing/2014/main" id="{24DA32AF-B55C-F66B-DB05-CF592AC47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504" y="1410380"/>
            <a:ext cx="6772275" cy="1533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D7B0CC-C8A5-A72F-D1CE-2EFF37443DC1}"/>
                  </a:ext>
                </a:extLst>
              </p14:cNvPr>
              <p14:cNvContentPartPr/>
              <p14:nvPr/>
            </p14:nvContentPartPr>
            <p14:xfrm>
              <a:off x="2645617" y="4001863"/>
              <a:ext cx="856080" cy="138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D7B0CC-C8A5-A72F-D1CE-2EFF37443D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8057" y="3994303"/>
                <a:ext cx="8708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270BDE9-B521-559F-F1A6-597FB59F37C1}"/>
                  </a:ext>
                </a:extLst>
              </p14:cNvPr>
              <p14:cNvContentPartPr/>
              <p14:nvPr/>
            </p14:nvContentPartPr>
            <p14:xfrm>
              <a:off x="7248217" y="4802143"/>
              <a:ext cx="308880" cy="3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270BDE9-B521-559F-F1A6-597FB59F37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41017" y="4794583"/>
                <a:ext cx="3236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5A49E37-EFDD-7BCE-00F3-40837906DA65}"/>
                  </a:ext>
                </a:extLst>
              </p14:cNvPr>
              <p14:cNvContentPartPr/>
              <p14:nvPr/>
            </p14:nvContentPartPr>
            <p14:xfrm>
              <a:off x="11184817" y="4801783"/>
              <a:ext cx="13680" cy="2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5A49E37-EFDD-7BCE-00F3-40837906DA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77257" y="4794223"/>
                <a:ext cx="288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1E1F71-D796-F437-5286-3E71E2877C77}"/>
                  </a:ext>
                </a:extLst>
              </p14:cNvPr>
              <p14:cNvContentPartPr/>
              <p14:nvPr/>
            </p14:nvContentPartPr>
            <p14:xfrm>
              <a:off x="2306497" y="5880703"/>
              <a:ext cx="990000" cy="107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1E1F71-D796-F437-5286-3E71E2877C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98937" y="5873143"/>
                <a:ext cx="1005120" cy="1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0780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2A10B-B581-C666-89EA-18333A2B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9858-EC34-A9FD-1102-F180FC7E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Stage 5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D26A7-6827-F680-1D8C-9B14D04D4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112759"/>
            <a:ext cx="3927252" cy="207123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ea typeface="Calibri"/>
                <a:cs typeface="Calibri"/>
              </a:rPr>
              <a:t>Input image size — 832x7x7</a:t>
            </a:r>
          </a:p>
          <a:p>
            <a:r>
              <a:rPr lang="en-US">
                <a:ea typeface="Calibri"/>
                <a:cs typeface="Calibri"/>
              </a:rPr>
              <a:t>Inception Block 1–832 channels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Inception Block 2–1024 channels (increased output channel)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Output image size after </a:t>
            </a:r>
            <a:r>
              <a:rPr lang="en-US" err="1">
                <a:ea typeface="Calibri"/>
                <a:cs typeface="Calibri"/>
              </a:rPr>
              <a:t>GlobalAvgPool</a:t>
            </a:r>
            <a:r>
              <a:rPr lang="en-US">
                <a:ea typeface="Calibri"/>
                <a:cs typeface="Calibri"/>
              </a:rPr>
              <a:t> — 1024x1x1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9EA5CE-E27B-8037-0DCC-30E67725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094" y="766309"/>
            <a:ext cx="7357382" cy="45905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CDECC8-13E2-CD57-141C-3EE3B3E7FE8B}"/>
                  </a:ext>
                </a:extLst>
              </p14:cNvPr>
              <p14:cNvContentPartPr/>
              <p14:nvPr/>
            </p14:nvContentPartPr>
            <p14:xfrm>
              <a:off x="2719417" y="5338903"/>
              <a:ext cx="1409040" cy="671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CDECC8-13E2-CD57-141C-3EE3B3E7FE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1857" y="5331343"/>
                <a:ext cx="1424160" cy="68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4757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3D40-13E8-43B5-A3F8-87417C28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42A9-3CCC-2206-2FE0-20420BC6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Calibri Light"/>
                <a:cs typeface="Calibri Light"/>
              </a:rPr>
              <a:t>Inception v2,v3,v4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7824-EAA4-2526-DEEC-3FF436DFD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>
                <a:ea typeface="Calibri"/>
                <a:cs typeface="Calibri"/>
              </a:rPr>
              <a:t>Later </a:t>
            </a:r>
            <a:r>
              <a:rPr lang="en-US" err="1">
                <a:ea typeface="Calibri"/>
                <a:cs typeface="Calibri"/>
              </a:rPr>
              <a:t>GoogleNet</a:t>
            </a:r>
            <a:r>
              <a:rPr lang="en-US">
                <a:ea typeface="Calibri"/>
                <a:cs typeface="Calibri"/>
              </a:rPr>
              <a:t> has been further improved in different versions v2, v3, and v4.</a:t>
            </a:r>
          </a:p>
          <a:p>
            <a:r>
              <a:rPr lang="en-US">
                <a:ea typeface="Calibri"/>
                <a:cs typeface="Calibri"/>
              </a:rPr>
              <a:t>Inception V2 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Add batch normalization</a:t>
            </a:r>
          </a:p>
          <a:p>
            <a:r>
              <a:rPr lang="en-US">
                <a:ea typeface="Calibri"/>
                <a:cs typeface="Calibri"/>
              </a:rPr>
              <a:t>Inception V3 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Modified inception block</a:t>
            </a:r>
          </a:p>
          <a:p>
            <a:pPr lvl="2"/>
            <a:r>
              <a:rPr lang="en-US">
                <a:ea typeface="Calibri"/>
                <a:cs typeface="Calibri"/>
              </a:rPr>
              <a:t>Replace 5x5 with multiple 3x3 convolutions</a:t>
            </a:r>
          </a:p>
          <a:p>
            <a:pPr lvl="2"/>
            <a:r>
              <a:rPr lang="en-US">
                <a:ea typeface="Calibri"/>
                <a:cs typeface="Calibri"/>
              </a:rPr>
              <a:t>Replace 5x5 with 1x7 and 7x1 convolutions</a:t>
            </a:r>
          </a:p>
          <a:p>
            <a:pPr lvl="2"/>
            <a:r>
              <a:rPr lang="en-US">
                <a:ea typeface="Calibri"/>
                <a:cs typeface="Calibri"/>
              </a:rPr>
              <a:t>Replace 3x3 with 1x3 and 3x1 convolutions </a:t>
            </a:r>
          </a:p>
          <a:p>
            <a:pPr lvl="2"/>
            <a:r>
              <a:rPr lang="en-US">
                <a:ea typeface="Calibri"/>
                <a:cs typeface="Calibri"/>
              </a:rPr>
              <a:t>Have deeper stacks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Inception V4 </a:t>
            </a:r>
          </a:p>
          <a:p>
            <a:pPr lvl="1"/>
            <a:r>
              <a:rPr lang="en-US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Add residual connections.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/>
            </a:br>
            <a:endParaRPr lang="en-US"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0DA4DCB-7EEF-A0B8-DE5E-05E4707926B9}"/>
                  </a:ext>
                </a:extLst>
              </p14:cNvPr>
              <p14:cNvContentPartPr/>
              <p14:nvPr/>
            </p14:nvContentPartPr>
            <p14:xfrm>
              <a:off x="1950817" y="2794783"/>
              <a:ext cx="787680" cy="57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0DA4DCB-7EEF-A0B8-DE5E-05E4707926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43257" y="2787223"/>
                <a:ext cx="802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908001-52F1-F6A9-6BE9-206D3139F40E}"/>
                  </a:ext>
                </a:extLst>
              </p14:cNvPr>
              <p14:cNvContentPartPr/>
              <p14:nvPr/>
            </p14:nvContentPartPr>
            <p14:xfrm>
              <a:off x="1761817" y="1786423"/>
              <a:ext cx="2406600" cy="662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908001-52F1-F6A9-6BE9-206D3139F4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4257" y="1776343"/>
                <a:ext cx="2421720" cy="67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7852290-70D9-94B8-544C-2A53103A2878}"/>
                  </a:ext>
                </a:extLst>
              </p14:cNvPr>
              <p14:cNvContentPartPr/>
              <p14:nvPr/>
            </p14:nvContentPartPr>
            <p14:xfrm>
              <a:off x="2090857" y="3170263"/>
              <a:ext cx="3173760" cy="1231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7852290-70D9-94B8-544C-2A53103A28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83297" y="3162703"/>
                <a:ext cx="3188880" cy="12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7445B1-9CBC-ED47-B29A-99B7B3F28B25}"/>
                  </a:ext>
                </a:extLst>
              </p14:cNvPr>
              <p14:cNvContentPartPr/>
              <p14:nvPr/>
            </p14:nvContentPartPr>
            <p14:xfrm>
              <a:off x="3786817" y="4676503"/>
              <a:ext cx="1069920" cy="880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57445B1-9CBC-ED47-B29A-99B7B3F28B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79257" y="4668943"/>
                <a:ext cx="1085040" cy="89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78085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ResNet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rmAutofit fontScale="92500" lnSpcReduction="20000"/>
          </a:bodyPr>
          <a:lstStyle/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ResNet </a:t>
            </a:r>
            <a:r>
              <a:rPr lang="en-US" sz="2800" spc="-1">
                <a:solidFill>
                  <a:srgbClr val="0070C0"/>
                </a:solidFill>
                <a:latin typeface="Calibri"/>
              </a:rPr>
              <a:t>solves a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problem that has been restricting the training of very deep networks</a:t>
            </a:r>
            <a:endParaRPr lang="en-US"/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During the training of deep networks, the accuracy saturates to a certain limit and </a:t>
            </a:r>
            <a:r>
              <a:rPr lang="en-US" sz="2800" spc="-1">
                <a:solidFill>
                  <a:srgbClr val="0070C0"/>
                </a:solidFill>
                <a:latin typeface="Calibri"/>
              </a:rPr>
              <a:t>then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degrades rapidly </a:t>
            </a:r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This phenomenon has been restricting the accuracy to a certain threshold, no matter how deep the architecture goes</a:t>
            </a:r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ResNet was introduced by Microsoft research in a paper called, </a:t>
            </a:r>
            <a:r>
              <a:rPr lang="en-US" sz="2800" b="0" i="1" strike="noStrike" spc="-1">
                <a:solidFill>
                  <a:srgbClr val="0070C0"/>
                </a:solidFill>
                <a:latin typeface="Calibri"/>
              </a:rPr>
              <a:t>Deep Residual Learning for Image Recognition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</a:t>
            </a:r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This is the first network architecture that has successfully trained a network</a:t>
            </a:r>
            <a:br>
              <a:rPr/>
            </a:b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with a depth of more than 100 layers</a:t>
            </a:r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What made this impossible possible?</a:t>
            </a:r>
          </a:p>
          <a:p>
            <a:pPr marL="685800" lvl="1" indent="-227965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Better weight initializations 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7965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New normalization layers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685800" lvl="1" indent="-227965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spc="-1">
                <a:solidFill>
                  <a:srgbClr val="548235"/>
                </a:solidFill>
                <a:latin typeface="Calibri"/>
              </a:rPr>
              <a:t>T</a:t>
            </a: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he skip-connections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br>
              <a:rPr/>
            </a:br>
            <a:endParaRPr lang="en-US" sz="24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Why ResNet? 56/20 Layers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TextShape 2"/>
          <p:cNvSpPr txBox="1"/>
          <p:nvPr/>
        </p:nvSpPr>
        <p:spPr>
          <a:xfrm>
            <a:off x="563400" y="798840"/>
            <a:ext cx="11320200" cy="22554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9000" lnSpcReduction="2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 group at Microsoft research were going deeper and deeper and found the following graph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Training &amp; test error are lower (better) for a 20 layer network than a 56 layer network!!!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Overfitting is the problem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There was no good way to optimize the weights</a:t>
            </a:r>
          </a:p>
        </p:txBody>
      </p:sp>
      <p:pic>
        <p:nvPicPr>
          <p:cNvPr id="242" name="Picture 3"/>
          <p:cNvPicPr/>
          <p:nvPr/>
        </p:nvPicPr>
        <p:blipFill>
          <a:blip r:embed="rId2"/>
          <a:stretch/>
        </p:blipFill>
        <p:spPr>
          <a:xfrm>
            <a:off x="1164600" y="3473280"/>
            <a:ext cx="8884440" cy="3102840"/>
          </a:xfrm>
          <a:prstGeom prst="rect">
            <a:avLst/>
          </a:prstGeom>
          <a:ln>
            <a:noFill/>
          </a:ln>
        </p:spPr>
      </p:pic>
      <p:grpSp>
        <p:nvGrpSpPr>
          <p:cNvPr id="243" name="Group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44" name="Group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5FEB-11C7-06E8-85FA-36854CBD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002060"/>
                </a:solidFill>
              </a:rPr>
              <a:t>Finding the cause: shattered gradient</a:t>
            </a:r>
            <a:endParaRPr lang="en-US"/>
          </a:p>
        </p:txBody>
      </p:sp>
      <p:pic>
        <p:nvPicPr>
          <p:cNvPr id="4" name="Picture 3" descr="A graph of a sound wave&#10;&#10;Description automatically generated">
            <a:extLst>
              <a:ext uri="{FF2B5EF4-FFF2-40B4-BE49-F238E27FC236}">
                <a16:creationId xmlns:a16="http://schemas.microsoft.com/office/drawing/2014/main" id="{3B3A6231-794A-B2D1-E6E1-732CD2DC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6899"/>
            <a:ext cx="12192000" cy="364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699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ResNet Concepts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TextShape 2"/>
          <p:cNvSpPr txBox="1"/>
          <p:nvPr/>
        </p:nvSpPr>
        <p:spPr>
          <a:xfrm>
            <a:off x="801360" y="3299040"/>
            <a:ext cx="11272680" cy="349596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rmAutofit fontScale="95000"/>
          </a:bodyPr>
          <a:lstStyle/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spc="-1">
                <a:solidFill>
                  <a:srgbClr val="0070C0"/>
                </a:solidFill>
                <a:latin typeface="Calibri"/>
              </a:rPr>
              <a:t>Each layer computes an additive change to the current representation instead of transforming it directly</a:t>
            </a:r>
            <a:endParaRPr lang="en-US"/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spc="-1">
                <a:solidFill>
                  <a:srgbClr val="0070C0"/>
                </a:solidFill>
                <a:latin typeface="Calibri"/>
              </a:rPr>
              <a:t>This allows deeper networks to be trained but causes an exponential increase in 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</a:t>
            </a:r>
            <a:r>
              <a:rPr lang="en-US" sz="2800" spc="-1">
                <a:solidFill>
                  <a:srgbClr val="0070C0"/>
                </a:solidFill>
                <a:latin typeface="Calibri"/>
              </a:rPr>
              <a:t>activation magnitudes at initialization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228600" indent="-227965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spc="-1">
                <a:solidFill>
                  <a:srgbClr val="0070C0"/>
                </a:solidFill>
                <a:latin typeface="Calibri"/>
              </a:rPr>
              <a:t>Residual blocks use batch normalization 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to </a:t>
            </a:r>
            <a:r>
              <a:rPr lang="en-US" sz="2800" spc="-1">
                <a:solidFill>
                  <a:srgbClr val="0070C0"/>
                </a:solidFill>
                <a:latin typeface="Calibri"/>
              </a:rPr>
              <a:t>compensate for this, which re-centers and rescales the activations at each layer</a:t>
            </a:r>
            <a:endParaRPr lang="en-US"/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This kind of creates a connection from the input to the output of the layer, which is called the </a:t>
            </a: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residual connection 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or </a:t>
            </a: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skip connection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</a:t>
            </a:r>
          </a:p>
        </p:txBody>
      </p:sp>
      <p:pic>
        <p:nvPicPr>
          <p:cNvPr id="247" name="Picture 4"/>
          <p:cNvPicPr/>
          <p:nvPr/>
        </p:nvPicPr>
        <p:blipFill>
          <a:blip r:embed="rId2"/>
          <a:stretch/>
        </p:blipFill>
        <p:spPr>
          <a:xfrm>
            <a:off x="451800" y="991080"/>
            <a:ext cx="5877000" cy="2208960"/>
          </a:xfrm>
          <a:prstGeom prst="rect">
            <a:avLst/>
          </a:prstGeom>
          <a:ln>
            <a:noFill/>
          </a:ln>
        </p:spPr>
      </p:pic>
      <p:grpSp>
        <p:nvGrpSpPr>
          <p:cNvPr id="248" name="Group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49" name="Group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50" name="Group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51" name="Group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ResNet Actual Implementation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53" name="Picture 4" descr="A close up of a device&#10;&#10;Description automatically generated"/>
          <p:cNvPicPr/>
          <p:nvPr/>
        </p:nvPicPr>
        <p:blipFill>
          <a:blip r:embed="rId2"/>
          <a:stretch/>
        </p:blipFill>
        <p:spPr>
          <a:xfrm>
            <a:off x="320400" y="957600"/>
            <a:ext cx="11325960" cy="5042520"/>
          </a:xfrm>
          <a:prstGeom prst="rect">
            <a:avLst/>
          </a:prstGeom>
          <a:ln>
            <a:noFill/>
          </a:ln>
        </p:spPr>
      </p:pic>
      <p:grpSp>
        <p:nvGrpSpPr>
          <p:cNvPr id="254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55" name="Group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56" name="Group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57" name="Group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58" name="Group 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59" name="Group 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60" name="Group 8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61" name="Group 9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Why ResNet?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When the deeper network starts to converge, a degradation problem has been exposed: with the network depth increasing, accuracy gets saturated (which might be unsurprising) and then degrades rapidly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Such degradation is not caused by overfitting not by more layers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But because of the failure of the traditional optimization methods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Therefore, we add workarounds to propagate the information needed to optimize better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So, does ResNet solve the problem?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The next slide shows the improvements</a:t>
            </a:r>
            <a:br/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 </a:t>
            </a:r>
            <a:endParaRPr lang="en-US" sz="2400" b="0" strike="noStrike" spc="-1">
              <a:solidFill>
                <a:srgbClr val="FFC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ResNet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65" name="Picture 3"/>
          <p:cNvPicPr/>
          <p:nvPr/>
        </p:nvPicPr>
        <p:blipFill>
          <a:blip r:embed="rId2"/>
          <a:stretch/>
        </p:blipFill>
        <p:spPr>
          <a:xfrm>
            <a:off x="425520" y="1366920"/>
            <a:ext cx="11340360" cy="3877560"/>
          </a:xfrm>
          <a:prstGeom prst="rect">
            <a:avLst/>
          </a:prstGeom>
          <a:ln>
            <a:noFill/>
          </a:ln>
        </p:spPr>
      </p:pic>
      <p:grpSp>
        <p:nvGrpSpPr>
          <p:cNvPr id="266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67" name="Group 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68" name="Group 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ResNet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0" name="Picture 3"/>
          <p:cNvPicPr/>
          <p:nvPr/>
        </p:nvPicPr>
        <p:blipFill>
          <a:blip r:embed="rId2"/>
          <a:stretch/>
        </p:blipFill>
        <p:spPr>
          <a:xfrm>
            <a:off x="1150200" y="943200"/>
            <a:ext cx="9350640" cy="5857920"/>
          </a:xfrm>
          <a:prstGeom prst="rect">
            <a:avLst/>
          </a:prstGeom>
          <a:ln>
            <a:noFill/>
          </a:ln>
        </p:spPr>
      </p:pic>
      <p:grpSp>
        <p:nvGrpSpPr>
          <p:cNvPr id="271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More optimizations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3" name="Picture 3"/>
          <p:cNvPicPr/>
          <p:nvPr/>
        </p:nvPicPr>
        <p:blipFill>
          <a:blip r:embed="rId2"/>
          <a:stretch/>
        </p:blipFill>
        <p:spPr>
          <a:xfrm>
            <a:off x="778680" y="1846800"/>
            <a:ext cx="10229040" cy="3907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Shape 1"/>
          <p:cNvSpPr txBox="1"/>
          <p:nvPr/>
        </p:nvSpPr>
        <p:spPr>
          <a:xfrm>
            <a:off x="1278720" y="155520"/>
            <a:ext cx="10515240" cy="5252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4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ResNet in practice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TextShape 2"/>
          <p:cNvSpPr txBox="1"/>
          <p:nvPr/>
        </p:nvSpPr>
        <p:spPr>
          <a:xfrm>
            <a:off x="685800" y="1119240"/>
            <a:ext cx="11320200" cy="5236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Batch normalization after every CONV layer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Xavier/2 initialization from He et al.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SGD + Momentum (0.9)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Learning rate: 0.1, divided by 10 when validation error plateaus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Mini-batch size 256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Weight decay of 1e-5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No dropout used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70C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53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LeNet-5 Architecture Details</vt:lpstr>
      <vt:lpstr>PowerPoint Presentation</vt:lpstr>
      <vt:lpstr>PowerPoint Presentation</vt:lpstr>
      <vt:lpstr>AlexNet Parameter 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VGG16 Parameter 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Inception Blocks</vt:lpstr>
      <vt:lpstr>PowerPoint Presentation</vt:lpstr>
      <vt:lpstr>Stage 1 &amp; 2</vt:lpstr>
      <vt:lpstr>Stage 3</vt:lpstr>
      <vt:lpstr>Stage 4</vt:lpstr>
      <vt:lpstr>Spatially Separable Convolutions</vt:lpstr>
      <vt:lpstr>Stage 5</vt:lpstr>
      <vt:lpstr>Inception v2,v3,v4</vt:lpstr>
      <vt:lpstr>PowerPoint Presentation</vt:lpstr>
      <vt:lpstr>PowerPoint Presentation</vt:lpstr>
      <vt:lpstr>Finding the cause: shattered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327 Lecture 8</dc:title>
  <dc:subject/>
  <dc:creator>Mohammad Khan</dc:creator>
  <dc:description/>
  <cp:lastModifiedBy>Mohammad Khan</cp:lastModifiedBy>
  <cp:revision>3</cp:revision>
  <dcterms:created xsi:type="dcterms:W3CDTF">2018-11-03T12:07:21Z</dcterms:created>
  <dcterms:modified xsi:type="dcterms:W3CDTF">2026-04-05T15:48:43Z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60</vt:i4>
  </property>
</Properties>
</file>